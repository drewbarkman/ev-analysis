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Nunito"/>
      <p:regular r:id="rId15"/>
      <p:bold r:id="rId16"/>
      <p:italic r:id="rId17"/>
      <p:boldItalic r:id="rId18"/>
    </p:embeddedFont>
    <p:embeddedFont>
      <p:font typeface="Barlow Medium"/>
      <p:regular r:id="rId19"/>
      <p:bold r:id="rId20"/>
      <p:italic r:id="rId21"/>
      <p:boldItalic r:id="rId22"/>
    </p:embeddedFont>
    <p:embeddedFont>
      <p:font typeface="Exo 2"/>
      <p:regular r:id="rId23"/>
      <p:bold r:id="rId24"/>
      <p:italic r:id="rId25"/>
      <p:boldItalic r:id="rId26"/>
    </p:embeddedFont>
    <p:embeddedFont>
      <p:font typeface="Barlow SemiBold"/>
      <p:regular r:id="rId27"/>
      <p:bold r:id="rId28"/>
      <p:italic r:id="rId29"/>
      <p:boldItalic r:id="rId30"/>
    </p:embeddedFont>
    <p:embeddedFont>
      <p:font typeface="Barlow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-regular.fntdata"/><Relationship Id="rId30" Type="http://schemas.openxmlformats.org/officeDocument/2006/relationships/font" Target="fonts/BarlowSemiBold-boldItalic.fntdata"/><Relationship Id="rId33" Type="http://schemas.openxmlformats.org/officeDocument/2006/relationships/font" Target="fonts/Barlow-italic.fntdata"/><Relationship Id="rId32" Type="http://schemas.openxmlformats.org/officeDocument/2006/relationships/font" Target="fonts/Barlow-bold.fntdata"/><Relationship Id="rId34" Type="http://schemas.openxmlformats.org/officeDocument/2006/relationships/font" Target="fonts/Barlow-boldItalic.fntdata"/><Relationship Id="rId20" Type="http://schemas.openxmlformats.org/officeDocument/2006/relationships/font" Target="fonts/BarlowMedium-bold.fntdata"/><Relationship Id="rId22" Type="http://schemas.openxmlformats.org/officeDocument/2006/relationships/font" Target="fonts/BarlowMedium-boldItalic.fntdata"/><Relationship Id="rId21" Type="http://schemas.openxmlformats.org/officeDocument/2006/relationships/font" Target="fonts/BarlowMedium-italic.fntdata"/><Relationship Id="rId24" Type="http://schemas.openxmlformats.org/officeDocument/2006/relationships/font" Target="fonts/Exo2-bold.fntdata"/><Relationship Id="rId23" Type="http://schemas.openxmlformats.org/officeDocument/2006/relationships/font" Target="fonts/Exo2-regular.fntdata"/><Relationship Id="rId26" Type="http://schemas.openxmlformats.org/officeDocument/2006/relationships/font" Target="fonts/Exo2-boldItalic.fntdata"/><Relationship Id="rId25" Type="http://schemas.openxmlformats.org/officeDocument/2006/relationships/font" Target="fonts/Exo2-italic.fntdata"/><Relationship Id="rId28" Type="http://schemas.openxmlformats.org/officeDocument/2006/relationships/font" Target="fonts/BarlowSemiBold-bold.fntdata"/><Relationship Id="rId27" Type="http://schemas.openxmlformats.org/officeDocument/2006/relationships/font" Target="fonts/BarlowSemiBold-regular.fntdata"/><Relationship Id="rId29" Type="http://schemas.openxmlformats.org/officeDocument/2006/relationships/font" Target="fonts/BarlowSemiBold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Nunito-regular.fntdata"/><Relationship Id="rId14" Type="http://schemas.openxmlformats.org/officeDocument/2006/relationships/slide" Target="slides/slide10.xml"/><Relationship Id="rId17" Type="http://schemas.openxmlformats.org/officeDocument/2006/relationships/font" Target="fonts/Nunito-italic.fntdata"/><Relationship Id="rId16" Type="http://schemas.openxmlformats.org/officeDocument/2006/relationships/font" Target="fonts/Nunito-bold.fntdata"/><Relationship Id="rId19" Type="http://schemas.openxmlformats.org/officeDocument/2006/relationships/font" Target="fonts/BarlowMedium-regular.fntdata"/><Relationship Id="rId18" Type="http://schemas.openxmlformats.org/officeDocument/2006/relationships/font" Target="fonts/Nuni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drew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daeaf2280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daeaf2280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d97c2998d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d97c2998d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d97c2998d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3d97c2998d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background &amp; selection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 Charging Stations database (AFDC)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selected &amp; filtered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NHTSA mobility flow data (care about AADT)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Cleaned the data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Visualized 25-mi radius around each charging 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3daeaf2280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3daeaf2280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d97c2998df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d97c2998df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daeaf2280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3daeaf2280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0443F"/>
                </a:solidFill>
                <a:latin typeface="Barlow Medium"/>
                <a:ea typeface="Barlow Medium"/>
                <a:cs typeface="Barlow Medium"/>
                <a:sym typeface="Barlow Medium"/>
              </a:rPr>
              <a:t>drew</a:t>
            </a:r>
            <a:endParaRPr sz="1500">
              <a:solidFill>
                <a:srgbClr val="50443F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0443F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0443F"/>
                </a:solidFill>
                <a:latin typeface="Barlow Medium"/>
                <a:ea typeface="Barlow Medium"/>
                <a:cs typeface="Barlow Medium"/>
                <a:sym typeface="Barlow Medium"/>
              </a:rPr>
              <a:t>AADT: </a:t>
            </a:r>
            <a:r>
              <a:rPr lang="en" sz="1500">
                <a:solidFill>
                  <a:srgbClr val="50443F"/>
                </a:solidFill>
                <a:latin typeface="Barlow Medium"/>
                <a:ea typeface="Barlow Medium"/>
                <a:cs typeface="Barlow Medium"/>
                <a:sym typeface="Barlow Medium"/>
              </a:rPr>
              <a:t>(ie. short urban connector with high traffic is just as importantas major highways)</a:t>
            </a:r>
            <a:endParaRPr sz="1500">
              <a:solidFill>
                <a:srgbClr val="50443F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0443F"/>
                </a:solidFill>
                <a:latin typeface="Barlow Medium"/>
                <a:ea typeface="Barlow Medium"/>
                <a:cs typeface="Barlow Medium"/>
                <a:sym typeface="Barlow Medium"/>
              </a:rPr>
              <a:t>25 mi: 1 mi away and 29.9 mi away is treated the same</a:t>
            </a:r>
            <a:endParaRPr sz="1500">
              <a:solidFill>
                <a:srgbClr val="50443F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d97c2998df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d97c2998df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3d97c2998d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2" name="Google Shape;822;g3d97c2998d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be19a8e5dc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be19a8e5dc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28602" y="-17"/>
            <a:ext cx="9272602" cy="5143418"/>
            <a:chOff x="137655" y="846375"/>
            <a:chExt cx="7244220" cy="4007650"/>
          </a:xfrm>
        </p:grpSpPr>
        <p:sp>
          <p:nvSpPr>
            <p:cNvPr id="10" name="Google Shape;10;p2"/>
            <p:cNvSpPr/>
            <p:nvPr/>
          </p:nvSpPr>
          <p:spPr>
            <a:xfrm>
              <a:off x="238125" y="846675"/>
              <a:ext cx="3647800" cy="3284650"/>
            </a:xfrm>
            <a:custGeom>
              <a:rect b="b" l="l" r="r" t="t"/>
              <a:pathLst>
                <a:path extrusionOk="0" h="131386" w="145912">
                  <a:moveTo>
                    <a:pt x="94679" y="0"/>
                  </a:moveTo>
                  <a:lnTo>
                    <a:pt x="117300" y="41184"/>
                  </a:lnTo>
                  <a:lnTo>
                    <a:pt x="118562" y="40493"/>
                  </a:lnTo>
                  <a:lnTo>
                    <a:pt x="96310" y="0"/>
                  </a:lnTo>
                  <a:close/>
                  <a:moveTo>
                    <a:pt x="58353" y="20467"/>
                  </a:moveTo>
                  <a:lnTo>
                    <a:pt x="58353" y="20622"/>
                  </a:lnTo>
                  <a:lnTo>
                    <a:pt x="56793" y="53697"/>
                  </a:lnTo>
                  <a:cubicBezTo>
                    <a:pt x="56769" y="54423"/>
                    <a:pt x="56507" y="55126"/>
                    <a:pt x="56067" y="55709"/>
                  </a:cubicBezTo>
                  <a:lnTo>
                    <a:pt x="50661" y="62817"/>
                  </a:lnTo>
                  <a:cubicBezTo>
                    <a:pt x="39957" y="55995"/>
                    <a:pt x="31159" y="51066"/>
                    <a:pt x="29349" y="50066"/>
                  </a:cubicBezTo>
                  <a:lnTo>
                    <a:pt x="28158" y="34433"/>
                  </a:lnTo>
                  <a:cubicBezTo>
                    <a:pt x="28146" y="34314"/>
                    <a:pt x="28146" y="34195"/>
                    <a:pt x="28170" y="34064"/>
                  </a:cubicBezTo>
                  <a:cubicBezTo>
                    <a:pt x="29873" y="33778"/>
                    <a:pt x="36088" y="32552"/>
                    <a:pt x="43172" y="29337"/>
                  </a:cubicBezTo>
                  <a:cubicBezTo>
                    <a:pt x="46923" y="27634"/>
                    <a:pt x="52911" y="23967"/>
                    <a:pt x="58353" y="20467"/>
                  </a:cubicBezTo>
                  <a:close/>
                  <a:moveTo>
                    <a:pt x="77795" y="80522"/>
                  </a:moveTo>
                  <a:lnTo>
                    <a:pt x="87189" y="83034"/>
                  </a:lnTo>
                  <a:cubicBezTo>
                    <a:pt x="87606" y="83141"/>
                    <a:pt x="87999" y="83308"/>
                    <a:pt x="88368" y="83522"/>
                  </a:cubicBezTo>
                  <a:lnTo>
                    <a:pt x="89547" y="84213"/>
                  </a:lnTo>
                  <a:lnTo>
                    <a:pt x="85070" y="91345"/>
                  </a:lnTo>
                  <a:cubicBezTo>
                    <a:pt x="84475" y="92309"/>
                    <a:pt x="83570" y="93059"/>
                    <a:pt x="82522" y="93476"/>
                  </a:cubicBezTo>
                  <a:lnTo>
                    <a:pt x="79581" y="94654"/>
                  </a:lnTo>
                  <a:cubicBezTo>
                    <a:pt x="78855" y="89106"/>
                    <a:pt x="78081" y="83141"/>
                    <a:pt x="77795" y="80522"/>
                  </a:cubicBezTo>
                  <a:close/>
                  <a:moveTo>
                    <a:pt x="18395" y="0"/>
                  </a:moveTo>
                  <a:lnTo>
                    <a:pt x="24313" y="19169"/>
                  </a:lnTo>
                  <a:cubicBezTo>
                    <a:pt x="18288" y="17097"/>
                    <a:pt x="9454" y="14668"/>
                    <a:pt x="0" y="14157"/>
                  </a:cubicBezTo>
                  <a:lnTo>
                    <a:pt x="0" y="15597"/>
                  </a:lnTo>
                  <a:cubicBezTo>
                    <a:pt x="13133" y="16323"/>
                    <a:pt x="25063" y="20800"/>
                    <a:pt x="29647" y="22729"/>
                  </a:cubicBezTo>
                  <a:cubicBezTo>
                    <a:pt x="30444" y="23062"/>
                    <a:pt x="30813" y="23979"/>
                    <a:pt x="30480" y="24777"/>
                  </a:cubicBezTo>
                  <a:lnTo>
                    <a:pt x="26956" y="33147"/>
                  </a:lnTo>
                  <a:cubicBezTo>
                    <a:pt x="26777" y="33587"/>
                    <a:pt x="26694" y="34064"/>
                    <a:pt x="26730" y="34540"/>
                  </a:cubicBezTo>
                  <a:lnTo>
                    <a:pt x="27956" y="50554"/>
                  </a:lnTo>
                  <a:cubicBezTo>
                    <a:pt x="28015" y="51221"/>
                    <a:pt x="27623" y="51852"/>
                    <a:pt x="27003" y="52114"/>
                  </a:cubicBezTo>
                  <a:lnTo>
                    <a:pt x="16931" y="56352"/>
                  </a:lnTo>
                  <a:cubicBezTo>
                    <a:pt x="16732" y="56434"/>
                    <a:pt x="16525" y="56473"/>
                    <a:pt x="16320" y="56473"/>
                  </a:cubicBezTo>
                  <a:cubicBezTo>
                    <a:pt x="16168" y="56473"/>
                    <a:pt x="16018" y="56452"/>
                    <a:pt x="15871" y="56412"/>
                  </a:cubicBezTo>
                  <a:lnTo>
                    <a:pt x="0" y="51637"/>
                  </a:lnTo>
                  <a:lnTo>
                    <a:pt x="0" y="53137"/>
                  </a:lnTo>
                  <a:lnTo>
                    <a:pt x="15454" y="57781"/>
                  </a:lnTo>
                  <a:lnTo>
                    <a:pt x="15454" y="57793"/>
                  </a:lnTo>
                  <a:cubicBezTo>
                    <a:pt x="15735" y="57873"/>
                    <a:pt x="16024" y="57913"/>
                    <a:pt x="16313" y="57913"/>
                  </a:cubicBezTo>
                  <a:cubicBezTo>
                    <a:pt x="16710" y="57913"/>
                    <a:pt x="17106" y="57837"/>
                    <a:pt x="17478" y="57686"/>
                  </a:cubicBezTo>
                  <a:lnTo>
                    <a:pt x="27563" y="53447"/>
                  </a:lnTo>
                  <a:cubicBezTo>
                    <a:pt x="28349" y="53114"/>
                    <a:pt x="28968" y="52459"/>
                    <a:pt x="29242" y="51649"/>
                  </a:cubicBezTo>
                  <a:cubicBezTo>
                    <a:pt x="31885" y="53126"/>
                    <a:pt x="40041" y="57745"/>
                    <a:pt x="49792" y="63960"/>
                  </a:cubicBezTo>
                  <a:lnTo>
                    <a:pt x="34802" y="83641"/>
                  </a:lnTo>
                  <a:lnTo>
                    <a:pt x="35945" y="84510"/>
                  </a:lnTo>
                  <a:lnTo>
                    <a:pt x="51006" y="64734"/>
                  </a:lnTo>
                  <a:cubicBezTo>
                    <a:pt x="57174" y="68687"/>
                    <a:pt x="63913" y="73247"/>
                    <a:pt x="70247" y="78010"/>
                  </a:cubicBezTo>
                  <a:cubicBezTo>
                    <a:pt x="70890" y="78498"/>
                    <a:pt x="71616" y="78855"/>
                    <a:pt x="72390" y="79057"/>
                  </a:cubicBezTo>
                  <a:lnTo>
                    <a:pt x="76307" y="80117"/>
                  </a:lnTo>
                  <a:cubicBezTo>
                    <a:pt x="76545" y="82439"/>
                    <a:pt x="77391" y="88999"/>
                    <a:pt x="78188" y="95012"/>
                  </a:cubicBezTo>
                  <a:cubicBezTo>
                    <a:pt x="77972" y="95040"/>
                    <a:pt x="77756" y="95051"/>
                    <a:pt x="77540" y="95051"/>
                  </a:cubicBezTo>
                  <a:cubicBezTo>
                    <a:pt x="77387" y="95051"/>
                    <a:pt x="77234" y="95045"/>
                    <a:pt x="77081" y="95035"/>
                  </a:cubicBezTo>
                  <a:lnTo>
                    <a:pt x="65758" y="94047"/>
                  </a:lnTo>
                  <a:cubicBezTo>
                    <a:pt x="64853" y="93964"/>
                    <a:pt x="63984" y="93654"/>
                    <a:pt x="63234" y="93154"/>
                  </a:cubicBezTo>
                  <a:cubicBezTo>
                    <a:pt x="60389" y="91237"/>
                    <a:pt x="55305" y="86570"/>
                    <a:pt x="53221" y="76712"/>
                  </a:cubicBezTo>
                  <a:lnTo>
                    <a:pt x="51816" y="77009"/>
                  </a:lnTo>
                  <a:cubicBezTo>
                    <a:pt x="54007" y="87356"/>
                    <a:pt x="59412" y="92309"/>
                    <a:pt x="62436" y="94345"/>
                  </a:cubicBezTo>
                  <a:cubicBezTo>
                    <a:pt x="63389" y="94976"/>
                    <a:pt x="64484" y="95369"/>
                    <a:pt x="65639" y="95476"/>
                  </a:cubicBezTo>
                  <a:lnTo>
                    <a:pt x="76950" y="96452"/>
                  </a:lnTo>
                  <a:cubicBezTo>
                    <a:pt x="77153" y="96476"/>
                    <a:pt x="77355" y="96476"/>
                    <a:pt x="77545" y="96476"/>
                  </a:cubicBezTo>
                  <a:cubicBezTo>
                    <a:pt x="77831" y="96476"/>
                    <a:pt x="78105" y="96464"/>
                    <a:pt x="78379" y="96429"/>
                  </a:cubicBezTo>
                  <a:cubicBezTo>
                    <a:pt x="79081" y="101691"/>
                    <a:pt x="79700" y="106227"/>
                    <a:pt x="79760" y="106656"/>
                  </a:cubicBezTo>
                  <a:lnTo>
                    <a:pt x="81177" y="106465"/>
                  </a:lnTo>
                  <a:cubicBezTo>
                    <a:pt x="81165" y="106358"/>
                    <a:pt x="80522" y="101620"/>
                    <a:pt x="79784" y="96107"/>
                  </a:cubicBezTo>
                  <a:cubicBezTo>
                    <a:pt x="79879" y="96071"/>
                    <a:pt x="79986" y="96036"/>
                    <a:pt x="80081" y="96000"/>
                  </a:cubicBezTo>
                  <a:lnTo>
                    <a:pt x="83058" y="94809"/>
                  </a:lnTo>
                  <a:cubicBezTo>
                    <a:pt x="84403" y="94273"/>
                    <a:pt x="85535" y="93321"/>
                    <a:pt x="86297" y="92107"/>
                  </a:cubicBezTo>
                  <a:lnTo>
                    <a:pt x="90797" y="84927"/>
                  </a:lnTo>
                  <a:lnTo>
                    <a:pt x="105180" y="93261"/>
                  </a:lnTo>
                  <a:lnTo>
                    <a:pt x="95679" y="95452"/>
                  </a:lnTo>
                  <a:cubicBezTo>
                    <a:pt x="93845" y="95881"/>
                    <a:pt x="92857" y="97845"/>
                    <a:pt x="93595" y="99572"/>
                  </a:cubicBezTo>
                  <a:lnTo>
                    <a:pt x="98024" y="109871"/>
                  </a:lnTo>
                  <a:cubicBezTo>
                    <a:pt x="98250" y="110395"/>
                    <a:pt x="98631" y="110847"/>
                    <a:pt x="99108" y="111180"/>
                  </a:cubicBezTo>
                  <a:lnTo>
                    <a:pt x="129278" y="131385"/>
                  </a:lnTo>
                  <a:lnTo>
                    <a:pt x="130076" y="130195"/>
                  </a:lnTo>
                  <a:lnTo>
                    <a:pt x="99905" y="109990"/>
                  </a:lnTo>
                  <a:cubicBezTo>
                    <a:pt x="99655" y="109823"/>
                    <a:pt x="99465" y="109585"/>
                    <a:pt x="99346" y="109311"/>
                  </a:cubicBezTo>
                  <a:lnTo>
                    <a:pt x="94905" y="98988"/>
                  </a:lnTo>
                  <a:cubicBezTo>
                    <a:pt x="94524" y="98095"/>
                    <a:pt x="95036" y="97060"/>
                    <a:pt x="96000" y="96845"/>
                  </a:cubicBezTo>
                  <a:lnTo>
                    <a:pt x="111562" y="93250"/>
                  </a:lnTo>
                  <a:lnTo>
                    <a:pt x="114752" y="96893"/>
                  </a:lnTo>
                  <a:cubicBezTo>
                    <a:pt x="115800" y="98083"/>
                    <a:pt x="117217" y="98893"/>
                    <a:pt x="118777" y="99167"/>
                  </a:cubicBezTo>
                  <a:cubicBezTo>
                    <a:pt x="124361" y="100179"/>
                    <a:pt x="138113" y="102977"/>
                    <a:pt x="145173" y="107180"/>
                  </a:cubicBezTo>
                  <a:lnTo>
                    <a:pt x="145911" y="105942"/>
                  </a:lnTo>
                  <a:cubicBezTo>
                    <a:pt x="138648" y="101620"/>
                    <a:pt x="124694" y="98786"/>
                    <a:pt x="119027" y="97762"/>
                  </a:cubicBezTo>
                  <a:cubicBezTo>
                    <a:pt x="117789" y="97536"/>
                    <a:pt x="116657" y="96905"/>
                    <a:pt x="115824" y="95952"/>
                  </a:cubicBezTo>
                  <a:lnTo>
                    <a:pt x="112990" y="92714"/>
                  </a:lnTo>
                  <a:cubicBezTo>
                    <a:pt x="113526" y="92345"/>
                    <a:pt x="113931" y="91821"/>
                    <a:pt x="114133" y="91202"/>
                  </a:cubicBezTo>
                  <a:lnTo>
                    <a:pt x="117503" y="81450"/>
                  </a:lnTo>
                  <a:lnTo>
                    <a:pt x="116145" y="80986"/>
                  </a:lnTo>
                  <a:lnTo>
                    <a:pt x="112788" y="90737"/>
                  </a:lnTo>
                  <a:cubicBezTo>
                    <a:pt x="112609" y="91249"/>
                    <a:pt x="112181" y="91630"/>
                    <a:pt x="111657" y="91761"/>
                  </a:cubicBezTo>
                  <a:lnTo>
                    <a:pt x="107228" y="92785"/>
                  </a:lnTo>
                  <a:lnTo>
                    <a:pt x="91476" y="83665"/>
                  </a:lnTo>
                  <a:lnTo>
                    <a:pt x="111228" y="40838"/>
                  </a:lnTo>
                  <a:lnTo>
                    <a:pt x="109930" y="40243"/>
                  </a:lnTo>
                  <a:lnTo>
                    <a:pt x="90237" y="82951"/>
                  </a:lnTo>
                  <a:lnTo>
                    <a:pt x="89094" y="82296"/>
                  </a:lnTo>
                  <a:cubicBezTo>
                    <a:pt x="88618" y="82010"/>
                    <a:pt x="88106" y="81796"/>
                    <a:pt x="87570" y="81653"/>
                  </a:cubicBezTo>
                  <a:lnTo>
                    <a:pt x="77676" y="78998"/>
                  </a:lnTo>
                  <a:cubicBezTo>
                    <a:pt x="77581" y="75795"/>
                    <a:pt x="78998" y="73140"/>
                    <a:pt x="81891" y="71116"/>
                  </a:cubicBezTo>
                  <a:cubicBezTo>
                    <a:pt x="83356" y="70092"/>
                    <a:pt x="84987" y="69330"/>
                    <a:pt x="86713" y="68854"/>
                  </a:cubicBezTo>
                  <a:lnTo>
                    <a:pt x="86547" y="68163"/>
                  </a:lnTo>
                  <a:lnTo>
                    <a:pt x="86380" y="67461"/>
                  </a:lnTo>
                  <a:cubicBezTo>
                    <a:pt x="86273" y="67484"/>
                    <a:pt x="76319" y="69973"/>
                    <a:pt x="76236" y="78605"/>
                  </a:cubicBezTo>
                  <a:lnTo>
                    <a:pt x="72759" y="77676"/>
                  </a:lnTo>
                  <a:cubicBezTo>
                    <a:pt x="72164" y="77510"/>
                    <a:pt x="71592" y="77236"/>
                    <a:pt x="71104" y="76867"/>
                  </a:cubicBezTo>
                  <a:cubicBezTo>
                    <a:pt x="64770" y="72104"/>
                    <a:pt x="58043" y="67544"/>
                    <a:pt x="51876" y="63591"/>
                  </a:cubicBezTo>
                  <a:lnTo>
                    <a:pt x="57221" y="56566"/>
                  </a:lnTo>
                  <a:cubicBezTo>
                    <a:pt x="57829" y="55757"/>
                    <a:pt x="58186" y="54781"/>
                    <a:pt x="58233" y="53769"/>
                  </a:cubicBezTo>
                  <a:lnTo>
                    <a:pt x="59793" y="20693"/>
                  </a:lnTo>
                  <a:cubicBezTo>
                    <a:pt x="59817" y="20324"/>
                    <a:pt x="59793" y="19955"/>
                    <a:pt x="59722" y="19586"/>
                  </a:cubicBezTo>
                  <a:cubicBezTo>
                    <a:pt x="65484" y="15859"/>
                    <a:pt x="70330" y="12513"/>
                    <a:pt x="70723" y="12252"/>
                  </a:cubicBezTo>
                  <a:lnTo>
                    <a:pt x="69914" y="11073"/>
                  </a:lnTo>
                  <a:cubicBezTo>
                    <a:pt x="69818" y="11132"/>
                    <a:pt x="65032" y="14442"/>
                    <a:pt x="59257" y="18169"/>
                  </a:cubicBezTo>
                  <a:cubicBezTo>
                    <a:pt x="59126" y="17907"/>
                    <a:pt x="58960" y="17657"/>
                    <a:pt x="58793" y="17431"/>
                  </a:cubicBezTo>
                  <a:lnTo>
                    <a:pt x="45637" y="0"/>
                  </a:lnTo>
                  <a:lnTo>
                    <a:pt x="43851" y="0"/>
                  </a:lnTo>
                  <a:lnTo>
                    <a:pt x="57638" y="18276"/>
                  </a:lnTo>
                  <a:cubicBezTo>
                    <a:pt x="57805" y="18490"/>
                    <a:pt x="57936" y="18717"/>
                    <a:pt x="58043" y="18955"/>
                  </a:cubicBezTo>
                  <a:cubicBezTo>
                    <a:pt x="52507" y="22515"/>
                    <a:pt x="46327" y="26313"/>
                    <a:pt x="42577" y="28015"/>
                  </a:cubicBezTo>
                  <a:cubicBezTo>
                    <a:pt x="38160" y="30004"/>
                    <a:pt x="33540" y="31504"/>
                    <a:pt x="28789" y="32480"/>
                  </a:cubicBezTo>
                  <a:lnTo>
                    <a:pt x="31802" y="25336"/>
                  </a:lnTo>
                  <a:cubicBezTo>
                    <a:pt x="32314" y="24098"/>
                    <a:pt x="31956" y="22681"/>
                    <a:pt x="30921" y="21836"/>
                  </a:cubicBezTo>
                  <a:cubicBezTo>
                    <a:pt x="31944" y="19967"/>
                    <a:pt x="34195" y="14037"/>
                    <a:pt x="32028" y="143"/>
                  </a:cubicBezTo>
                  <a:lnTo>
                    <a:pt x="32004" y="0"/>
                  </a:lnTo>
                  <a:lnTo>
                    <a:pt x="30551" y="0"/>
                  </a:lnTo>
                  <a:cubicBezTo>
                    <a:pt x="30575" y="119"/>
                    <a:pt x="30587" y="250"/>
                    <a:pt x="30611" y="369"/>
                  </a:cubicBezTo>
                  <a:cubicBezTo>
                    <a:pt x="31944" y="8930"/>
                    <a:pt x="31540" y="14264"/>
                    <a:pt x="30956" y="17216"/>
                  </a:cubicBezTo>
                  <a:cubicBezTo>
                    <a:pt x="30540" y="19360"/>
                    <a:pt x="29980" y="20598"/>
                    <a:pt x="29647" y="21181"/>
                  </a:cubicBezTo>
                  <a:cubicBezTo>
                    <a:pt x="28670" y="20776"/>
                    <a:pt x="27444" y="20288"/>
                    <a:pt x="25991" y="19764"/>
                  </a:cubicBezTo>
                  <a:lnTo>
                    <a:pt x="198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238125" y="846375"/>
              <a:ext cx="7143750" cy="4007650"/>
            </a:xfrm>
            <a:custGeom>
              <a:rect b="b" l="l" r="r" t="t"/>
              <a:pathLst>
                <a:path extrusionOk="0" h="160306" w="285750">
                  <a:moveTo>
                    <a:pt x="206332" y="46147"/>
                  </a:moveTo>
                  <a:cubicBezTo>
                    <a:pt x="210549" y="46147"/>
                    <a:pt x="214781" y="46961"/>
                    <a:pt x="219456" y="47863"/>
                  </a:cubicBezTo>
                  <a:cubicBezTo>
                    <a:pt x="225260" y="48982"/>
                    <a:pt x="231640" y="50212"/>
                    <a:pt x="239425" y="50212"/>
                  </a:cubicBezTo>
                  <a:cubicBezTo>
                    <a:pt x="240089" y="50212"/>
                    <a:pt x="240762" y="50204"/>
                    <a:pt x="241447" y="50185"/>
                  </a:cubicBezTo>
                  <a:lnTo>
                    <a:pt x="241447" y="50185"/>
                  </a:lnTo>
                  <a:cubicBezTo>
                    <a:pt x="236792" y="54138"/>
                    <a:pt x="234565" y="60091"/>
                    <a:pt x="232398" y="65877"/>
                  </a:cubicBezTo>
                  <a:cubicBezTo>
                    <a:pt x="231743" y="67627"/>
                    <a:pt x="231077" y="69401"/>
                    <a:pt x="230350" y="71140"/>
                  </a:cubicBezTo>
                  <a:cubicBezTo>
                    <a:pt x="226385" y="71997"/>
                    <a:pt x="222171" y="73092"/>
                    <a:pt x="217527" y="74343"/>
                  </a:cubicBezTo>
                  <a:cubicBezTo>
                    <a:pt x="214840" y="75066"/>
                    <a:pt x="212240" y="75366"/>
                    <a:pt x="209776" y="75366"/>
                  </a:cubicBezTo>
                  <a:cubicBezTo>
                    <a:pt x="197751" y="75366"/>
                    <a:pt x="188944" y="68216"/>
                    <a:pt x="188845" y="68128"/>
                  </a:cubicBezTo>
                  <a:lnTo>
                    <a:pt x="188738" y="68056"/>
                  </a:lnTo>
                  <a:cubicBezTo>
                    <a:pt x="185571" y="65996"/>
                    <a:pt x="182511" y="64079"/>
                    <a:pt x="179534" y="62305"/>
                  </a:cubicBezTo>
                  <a:cubicBezTo>
                    <a:pt x="182261" y="57900"/>
                    <a:pt x="185595" y="54031"/>
                    <a:pt x="190214" y="51090"/>
                  </a:cubicBezTo>
                  <a:cubicBezTo>
                    <a:pt x="196080" y="47356"/>
                    <a:pt x="201195" y="46147"/>
                    <a:pt x="206332" y="46147"/>
                  </a:cubicBezTo>
                  <a:close/>
                  <a:moveTo>
                    <a:pt x="70890" y="35719"/>
                  </a:moveTo>
                  <a:cubicBezTo>
                    <a:pt x="73869" y="37694"/>
                    <a:pt x="82126" y="42045"/>
                    <a:pt x="97429" y="42045"/>
                  </a:cubicBezTo>
                  <a:cubicBezTo>
                    <a:pt x="99188" y="42045"/>
                    <a:pt x="101041" y="41988"/>
                    <a:pt x="102989" y="41862"/>
                  </a:cubicBezTo>
                  <a:cubicBezTo>
                    <a:pt x="105420" y="41710"/>
                    <a:pt x="107915" y="41614"/>
                    <a:pt x="110499" y="41614"/>
                  </a:cubicBezTo>
                  <a:cubicBezTo>
                    <a:pt x="113382" y="41614"/>
                    <a:pt x="116376" y="41734"/>
                    <a:pt x="119515" y="42029"/>
                  </a:cubicBezTo>
                  <a:cubicBezTo>
                    <a:pt x="117610" y="44482"/>
                    <a:pt x="116026" y="47577"/>
                    <a:pt x="114979" y="51637"/>
                  </a:cubicBezTo>
                  <a:cubicBezTo>
                    <a:pt x="112609" y="60734"/>
                    <a:pt x="109442" y="69663"/>
                    <a:pt x="106049" y="77188"/>
                  </a:cubicBezTo>
                  <a:cubicBezTo>
                    <a:pt x="97072" y="74247"/>
                    <a:pt x="88130" y="69854"/>
                    <a:pt x="84046" y="63675"/>
                  </a:cubicBezTo>
                  <a:cubicBezTo>
                    <a:pt x="78689" y="55548"/>
                    <a:pt x="71460" y="54032"/>
                    <a:pt x="66827" y="54032"/>
                  </a:cubicBezTo>
                  <a:cubicBezTo>
                    <a:pt x="65724" y="54032"/>
                    <a:pt x="64768" y="54118"/>
                    <a:pt x="64020" y="54221"/>
                  </a:cubicBezTo>
                  <a:cubicBezTo>
                    <a:pt x="65068" y="50435"/>
                    <a:pt x="66496" y="46958"/>
                    <a:pt x="67889" y="43553"/>
                  </a:cubicBezTo>
                  <a:cubicBezTo>
                    <a:pt x="68937" y="41017"/>
                    <a:pt x="70009" y="38410"/>
                    <a:pt x="70890" y="35719"/>
                  </a:cubicBezTo>
                  <a:close/>
                  <a:moveTo>
                    <a:pt x="122087" y="42315"/>
                  </a:moveTo>
                  <a:cubicBezTo>
                    <a:pt x="136255" y="44029"/>
                    <a:pt x="153448" y="49423"/>
                    <a:pt x="176594" y="63055"/>
                  </a:cubicBezTo>
                  <a:cubicBezTo>
                    <a:pt x="174319" y="67092"/>
                    <a:pt x="172438" y="71485"/>
                    <a:pt x="170533" y="75974"/>
                  </a:cubicBezTo>
                  <a:cubicBezTo>
                    <a:pt x="166176" y="86165"/>
                    <a:pt x="161687" y="96702"/>
                    <a:pt x="151674" y="104430"/>
                  </a:cubicBezTo>
                  <a:cubicBezTo>
                    <a:pt x="150174" y="105596"/>
                    <a:pt x="148792" y="106751"/>
                    <a:pt x="147530" y="107894"/>
                  </a:cubicBezTo>
                  <a:cubicBezTo>
                    <a:pt x="146637" y="106561"/>
                    <a:pt x="146018" y="105239"/>
                    <a:pt x="145709" y="104025"/>
                  </a:cubicBezTo>
                  <a:cubicBezTo>
                    <a:pt x="145149" y="101822"/>
                    <a:pt x="143518" y="96155"/>
                    <a:pt x="140387" y="91118"/>
                  </a:cubicBezTo>
                  <a:cubicBezTo>
                    <a:pt x="136910" y="85511"/>
                    <a:pt x="132731" y="82439"/>
                    <a:pt x="127980" y="81974"/>
                  </a:cubicBezTo>
                  <a:cubicBezTo>
                    <a:pt x="123956" y="81582"/>
                    <a:pt x="116169" y="80296"/>
                    <a:pt x="108109" y="77843"/>
                  </a:cubicBezTo>
                  <a:cubicBezTo>
                    <a:pt x="111609" y="70021"/>
                    <a:pt x="114812" y="60865"/>
                    <a:pt x="117050" y="52185"/>
                  </a:cubicBezTo>
                  <a:cubicBezTo>
                    <a:pt x="118181" y="47839"/>
                    <a:pt x="119944" y="44708"/>
                    <a:pt x="122087" y="42315"/>
                  </a:cubicBezTo>
                  <a:close/>
                  <a:moveTo>
                    <a:pt x="178451" y="64163"/>
                  </a:moveTo>
                  <a:cubicBezTo>
                    <a:pt x="181380" y="65925"/>
                    <a:pt x="184404" y="67806"/>
                    <a:pt x="187523" y="69830"/>
                  </a:cubicBezTo>
                  <a:cubicBezTo>
                    <a:pt x="188395" y="70535"/>
                    <a:pt x="197316" y="77543"/>
                    <a:pt x="209654" y="77543"/>
                  </a:cubicBezTo>
                  <a:cubicBezTo>
                    <a:pt x="212321" y="77543"/>
                    <a:pt x="215147" y="77216"/>
                    <a:pt x="218087" y="76426"/>
                  </a:cubicBezTo>
                  <a:cubicBezTo>
                    <a:pt x="222111" y="75343"/>
                    <a:pt x="225778" y="74378"/>
                    <a:pt x="229255" y="73592"/>
                  </a:cubicBezTo>
                  <a:lnTo>
                    <a:pt x="229255" y="73592"/>
                  </a:lnTo>
                  <a:cubicBezTo>
                    <a:pt x="227481" y="77271"/>
                    <a:pt x="225231" y="80677"/>
                    <a:pt x="221849" y="83272"/>
                  </a:cubicBezTo>
                  <a:cubicBezTo>
                    <a:pt x="216622" y="87285"/>
                    <a:pt x="211395" y="93512"/>
                    <a:pt x="206335" y="101775"/>
                  </a:cubicBezTo>
                  <a:cubicBezTo>
                    <a:pt x="204109" y="105382"/>
                    <a:pt x="202085" y="109121"/>
                    <a:pt x="200299" y="112954"/>
                  </a:cubicBezTo>
                  <a:cubicBezTo>
                    <a:pt x="197715" y="117562"/>
                    <a:pt x="194774" y="121944"/>
                    <a:pt x="191488" y="126075"/>
                  </a:cubicBezTo>
                  <a:cubicBezTo>
                    <a:pt x="184273" y="121396"/>
                    <a:pt x="176427" y="118789"/>
                    <a:pt x="168878" y="118789"/>
                  </a:cubicBezTo>
                  <a:cubicBezTo>
                    <a:pt x="159972" y="118789"/>
                    <a:pt x="152781" y="114359"/>
                    <a:pt x="148816" y="109633"/>
                  </a:cubicBezTo>
                  <a:cubicBezTo>
                    <a:pt x="150078" y="108478"/>
                    <a:pt x="151459" y="107311"/>
                    <a:pt x="152983" y="106132"/>
                  </a:cubicBezTo>
                  <a:cubicBezTo>
                    <a:pt x="163449" y="98072"/>
                    <a:pt x="168057" y="87273"/>
                    <a:pt x="172510" y="76819"/>
                  </a:cubicBezTo>
                  <a:cubicBezTo>
                    <a:pt x="174391" y="72402"/>
                    <a:pt x="176224" y="68104"/>
                    <a:pt x="178451" y="64163"/>
                  </a:cubicBezTo>
                  <a:close/>
                  <a:moveTo>
                    <a:pt x="66941" y="56160"/>
                  </a:moveTo>
                  <a:cubicBezTo>
                    <a:pt x="67878" y="56160"/>
                    <a:pt x="68816" y="56232"/>
                    <a:pt x="69747" y="56376"/>
                  </a:cubicBezTo>
                  <a:cubicBezTo>
                    <a:pt x="74867" y="57174"/>
                    <a:pt x="79081" y="60031"/>
                    <a:pt x="82272" y="64865"/>
                  </a:cubicBezTo>
                  <a:cubicBezTo>
                    <a:pt x="86642" y="71497"/>
                    <a:pt x="95869" y="76117"/>
                    <a:pt x="105144" y="79188"/>
                  </a:cubicBezTo>
                  <a:cubicBezTo>
                    <a:pt x="100953" y="88082"/>
                    <a:pt x="96536" y="94690"/>
                    <a:pt x="93012" y="96691"/>
                  </a:cubicBezTo>
                  <a:cubicBezTo>
                    <a:pt x="91226" y="97691"/>
                    <a:pt x="89702" y="98286"/>
                    <a:pt x="88356" y="98810"/>
                  </a:cubicBezTo>
                  <a:cubicBezTo>
                    <a:pt x="83915" y="100512"/>
                    <a:pt x="80998" y="101644"/>
                    <a:pt x="75998" y="113002"/>
                  </a:cubicBezTo>
                  <a:cubicBezTo>
                    <a:pt x="73200" y="119336"/>
                    <a:pt x="66306" y="123908"/>
                    <a:pt x="56567" y="125873"/>
                  </a:cubicBezTo>
                  <a:cubicBezTo>
                    <a:pt x="53386" y="126504"/>
                    <a:pt x="50159" y="126826"/>
                    <a:pt x="46921" y="126826"/>
                  </a:cubicBezTo>
                  <a:cubicBezTo>
                    <a:pt x="46862" y="126826"/>
                    <a:pt x="46803" y="126825"/>
                    <a:pt x="46744" y="126825"/>
                  </a:cubicBezTo>
                  <a:cubicBezTo>
                    <a:pt x="47411" y="111859"/>
                    <a:pt x="40267" y="94952"/>
                    <a:pt x="32314" y="84749"/>
                  </a:cubicBezTo>
                  <a:lnTo>
                    <a:pt x="32314" y="84749"/>
                  </a:lnTo>
                  <a:cubicBezTo>
                    <a:pt x="33647" y="85046"/>
                    <a:pt x="35004" y="85201"/>
                    <a:pt x="36362" y="85201"/>
                  </a:cubicBezTo>
                  <a:cubicBezTo>
                    <a:pt x="40005" y="85201"/>
                    <a:pt x="43732" y="84141"/>
                    <a:pt x="47399" y="82034"/>
                  </a:cubicBezTo>
                  <a:cubicBezTo>
                    <a:pt x="55305" y="77498"/>
                    <a:pt x="61901" y="68425"/>
                    <a:pt x="62734" y="60924"/>
                  </a:cubicBezTo>
                  <a:cubicBezTo>
                    <a:pt x="62901" y="59436"/>
                    <a:pt x="63151" y="57960"/>
                    <a:pt x="63472" y="56495"/>
                  </a:cubicBezTo>
                  <a:cubicBezTo>
                    <a:pt x="64619" y="56271"/>
                    <a:pt x="65779" y="56160"/>
                    <a:pt x="66941" y="56160"/>
                  </a:cubicBezTo>
                  <a:close/>
                  <a:moveTo>
                    <a:pt x="107192" y="79843"/>
                  </a:moveTo>
                  <a:cubicBezTo>
                    <a:pt x="115395" y="82355"/>
                    <a:pt x="123361" y="83677"/>
                    <a:pt x="127766" y="84106"/>
                  </a:cubicBezTo>
                  <a:cubicBezTo>
                    <a:pt x="138184" y="85130"/>
                    <a:pt x="142804" y="101310"/>
                    <a:pt x="143625" y="104549"/>
                  </a:cubicBezTo>
                  <a:cubicBezTo>
                    <a:pt x="144006" y="106049"/>
                    <a:pt x="144804" y="107704"/>
                    <a:pt x="145971" y="109359"/>
                  </a:cubicBezTo>
                  <a:cubicBezTo>
                    <a:pt x="141744" y="113478"/>
                    <a:pt x="138886" y="117443"/>
                    <a:pt x="136291" y="121039"/>
                  </a:cubicBezTo>
                  <a:cubicBezTo>
                    <a:pt x="129885" y="129873"/>
                    <a:pt x="124825" y="136874"/>
                    <a:pt x="104394" y="141779"/>
                  </a:cubicBezTo>
                  <a:cubicBezTo>
                    <a:pt x="101977" y="142363"/>
                    <a:pt x="99608" y="143101"/>
                    <a:pt x="97286" y="143970"/>
                  </a:cubicBezTo>
                  <a:cubicBezTo>
                    <a:pt x="97048" y="142720"/>
                    <a:pt x="96822" y="141446"/>
                    <a:pt x="96607" y="140184"/>
                  </a:cubicBezTo>
                  <a:cubicBezTo>
                    <a:pt x="95214" y="132171"/>
                    <a:pt x="93917" y="124611"/>
                    <a:pt x="89047" y="122337"/>
                  </a:cubicBezTo>
                  <a:cubicBezTo>
                    <a:pt x="82975" y="119515"/>
                    <a:pt x="80201" y="112073"/>
                    <a:pt x="79617" y="110311"/>
                  </a:cubicBezTo>
                  <a:cubicBezTo>
                    <a:pt x="83249" y="103072"/>
                    <a:pt x="85570" y="102179"/>
                    <a:pt x="89118" y="100810"/>
                  </a:cubicBezTo>
                  <a:cubicBezTo>
                    <a:pt x="90535" y="100262"/>
                    <a:pt x="92142" y="99631"/>
                    <a:pt x="94059" y="98548"/>
                  </a:cubicBezTo>
                  <a:cubicBezTo>
                    <a:pt x="98762" y="95881"/>
                    <a:pt x="103465" y="87618"/>
                    <a:pt x="106573" y="81153"/>
                  </a:cubicBezTo>
                  <a:cubicBezTo>
                    <a:pt x="106787" y="80724"/>
                    <a:pt x="106990" y="80284"/>
                    <a:pt x="107192" y="79843"/>
                  </a:cubicBezTo>
                  <a:close/>
                  <a:moveTo>
                    <a:pt x="152198" y="0"/>
                  </a:moveTo>
                  <a:cubicBezTo>
                    <a:pt x="151602" y="2238"/>
                    <a:pt x="151055" y="4453"/>
                    <a:pt x="150519" y="6608"/>
                  </a:cubicBezTo>
                  <a:cubicBezTo>
                    <a:pt x="148888" y="13299"/>
                    <a:pt x="147340" y="19598"/>
                    <a:pt x="144959" y="23979"/>
                  </a:cubicBezTo>
                  <a:cubicBezTo>
                    <a:pt x="142458" y="28587"/>
                    <a:pt x="137910" y="30623"/>
                    <a:pt x="133088" y="32778"/>
                  </a:cubicBezTo>
                  <a:cubicBezTo>
                    <a:pt x="129099" y="34564"/>
                    <a:pt x="124801" y="36469"/>
                    <a:pt x="121265" y="40041"/>
                  </a:cubicBezTo>
                  <a:cubicBezTo>
                    <a:pt x="117508" y="39626"/>
                    <a:pt x="113957" y="39463"/>
                    <a:pt x="110558" y="39463"/>
                  </a:cubicBezTo>
                  <a:cubicBezTo>
                    <a:pt x="107904" y="39463"/>
                    <a:pt x="105342" y="39563"/>
                    <a:pt x="102846" y="39719"/>
                  </a:cubicBezTo>
                  <a:cubicBezTo>
                    <a:pt x="100996" y="39837"/>
                    <a:pt x="99235" y="39891"/>
                    <a:pt x="97561" y="39891"/>
                  </a:cubicBezTo>
                  <a:cubicBezTo>
                    <a:pt x="81624" y="39891"/>
                    <a:pt x="73581" y="34994"/>
                    <a:pt x="71545" y="33540"/>
                  </a:cubicBezTo>
                  <a:cubicBezTo>
                    <a:pt x="71628" y="33242"/>
                    <a:pt x="71711" y="32957"/>
                    <a:pt x="71783" y="32659"/>
                  </a:cubicBezTo>
                  <a:cubicBezTo>
                    <a:pt x="73021" y="27849"/>
                    <a:pt x="72616" y="24265"/>
                    <a:pt x="72092" y="19729"/>
                  </a:cubicBezTo>
                  <a:cubicBezTo>
                    <a:pt x="71568" y="15121"/>
                    <a:pt x="70914" y="9430"/>
                    <a:pt x="71557" y="12"/>
                  </a:cubicBezTo>
                  <a:lnTo>
                    <a:pt x="69402" y="12"/>
                  </a:lnTo>
                  <a:cubicBezTo>
                    <a:pt x="68771" y="9537"/>
                    <a:pt x="69425" y="15300"/>
                    <a:pt x="69961" y="19967"/>
                  </a:cubicBezTo>
                  <a:cubicBezTo>
                    <a:pt x="70473" y="24455"/>
                    <a:pt x="70854" y="27706"/>
                    <a:pt x="69711" y="32123"/>
                  </a:cubicBezTo>
                  <a:cubicBezTo>
                    <a:pt x="68771" y="35778"/>
                    <a:pt x="67377" y="39160"/>
                    <a:pt x="65901" y="42743"/>
                  </a:cubicBezTo>
                  <a:cubicBezTo>
                    <a:pt x="63663" y="48185"/>
                    <a:pt x="61341" y="53828"/>
                    <a:pt x="60591" y="60686"/>
                  </a:cubicBezTo>
                  <a:cubicBezTo>
                    <a:pt x="59746" y="68235"/>
                    <a:pt x="52685" y="76521"/>
                    <a:pt x="46327" y="80165"/>
                  </a:cubicBezTo>
                  <a:cubicBezTo>
                    <a:pt x="43757" y="81642"/>
                    <a:pt x="40276" y="83040"/>
                    <a:pt x="36322" y="83040"/>
                  </a:cubicBezTo>
                  <a:cubicBezTo>
                    <a:pt x="34159" y="83040"/>
                    <a:pt x="31854" y="82622"/>
                    <a:pt x="29480" y="81570"/>
                  </a:cubicBezTo>
                  <a:cubicBezTo>
                    <a:pt x="23003" y="78688"/>
                    <a:pt x="19074" y="75724"/>
                    <a:pt x="15609" y="73092"/>
                  </a:cubicBezTo>
                  <a:cubicBezTo>
                    <a:pt x="10978" y="69580"/>
                    <a:pt x="7299" y="66782"/>
                    <a:pt x="0" y="66211"/>
                  </a:cubicBezTo>
                  <a:lnTo>
                    <a:pt x="0" y="68366"/>
                  </a:lnTo>
                  <a:cubicBezTo>
                    <a:pt x="6548" y="68925"/>
                    <a:pt x="9835" y="71414"/>
                    <a:pt x="14311" y="74807"/>
                  </a:cubicBezTo>
                  <a:cubicBezTo>
                    <a:pt x="17836" y="77462"/>
                    <a:pt x="21824" y="80486"/>
                    <a:pt x="28396" y="83439"/>
                  </a:cubicBezTo>
                  <a:cubicBezTo>
                    <a:pt x="36933" y="92797"/>
                    <a:pt x="45327" y="110930"/>
                    <a:pt x="44589" y="126789"/>
                  </a:cubicBezTo>
                  <a:cubicBezTo>
                    <a:pt x="39564" y="126587"/>
                    <a:pt x="34707" y="125658"/>
                    <a:pt x="30682" y="124039"/>
                  </a:cubicBezTo>
                  <a:cubicBezTo>
                    <a:pt x="24764" y="121675"/>
                    <a:pt x="18677" y="120948"/>
                    <a:pt x="13434" y="120948"/>
                  </a:cubicBezTo>
                  <a:cubicBezTo>
                    <a:pt x="7190" y="120948"/>
                    <a:pt x="2142" y="121979"/>
                    <a:pt x="0" y="122503"/>
                  </a:cubicBezTo>
                  <a:lnTo>
                    <a:pt x="0" y="124718"/>
                  </a:lnTo>
                  <a:cubicBezTo>
                    <a:pt x="1583" y="124319"/>
                    <a:pt x="6855" y="123139"/>
                    <a:pt x="13479" y="123139"/>
                  </a:cubicBezTo>
                  <a:cubicBezTo>
                    <a:pt x="18509" y="123139"/>
                    <a:pt x="24319" y="123819"/>
                    <a:pt x="29885" y="126039"/>
                  </a:cubicBezTo>
                  <a:cubicBezTo>
                    <a:pt x="34111" y="127742"/>
                    <a:pt x="39195" y="128718"/>
                    <a:pt x="44458" y="128933"/>
                  </a:cubicBezTo>
                  <a:cubicBezTo>
                    <a:pt x="43994" y="137505"/>
                    <a:pt x="45851" y="140244"/>
                    <a:pt x="47816" y="143161"/>
                  </a:cubicBezTo>
                  <a:cubicBezTo>
                    <a:pt x="49506" y="145661"/>
                    <a:pt x="51411" y="148483"/>
                    <a:pt x="52185" y="156043"/>
                  </a:cubicBezTo>
                  <a:cubicBezTo>
                    <a:pt x="52340" y="157460"/>
                    <a:pt x="52352" y="158889"/>
                    <a:pt x="52233" y="160306"/>
                  </a:cubicBezTo>
                  <a:lnTo>
                    <a:pt x="54376" y="160306"/>
                  </a:lnTo>
                  <a:cubicBezTo>
                    <a:pt x="54507" y="158817"/>
                    <a:pt x="54483" y="157305"/>
                    <a:pt x="54328" y="155817"/>
                  </a:cubicBezTo>
                  <a:cubicBezTo>
                    <a:pt x="53495" y="147733"/>
                    <a:pt x="51423" y="144661"/>
                    <a:pt x="49601" y="141958"/>
                  </a:cubicBezTo>
                  <a:cubicBezTo>
                    <a:pt x="47685" y="139136"/>
                    <a:pt x="46161" y="136874"/>
                    <a:pt x="46613" y="128980"/>
                  </a:cubicBezTo>
                  <a:lnTo>
                    <a:pt x="46732" y="128980"/>
                  </a:lnTo>
                  <a:cubicBezTo>
                    <a:pt x="46791" y="128980"/>
                    <a:pt x="46851" y="128981"/>
                    <a:pt x="46910" y="128981"/>
                  </a:cubicBezTo>
                  <a:cubicBezTo>
                    <a:pt x="50292" y="128981"/>
                    <a:pt x="53672" y="128647"/>
                    <a:pt x="56995" y="127980"/>
                  </a:cubicBezTo>
                  <a:cubicBezTo>
                    <a:pt x="67437" y="125873"/>
                    <a:pt x="74878" y="120860"/>
                    <a:pt x="77962" y="113871"/>
                  </a:cubicBezTo>
                  <a:cubicBezTo>
                    <a:pt x="78093" y="113574"/>
                    <a:pt x="78212" y="113288"/>
                    <a:pt x="78343" y="113014"/>
                  </a:cubicBezTo>
                  <a:cubicBezTo>
                    <a:pt x="79700" y="116252"/>
                    <a:pt x="82713" y="121753"/>
                    <a:pt x="88130" y="124289"/>
                  </a:cubicBezTo>
                  <a:cubicBezTo>
                    <a:pt x="91976" y="126075"/>
                    <a:pt x="93262" y="133433"/>
                    <a:pt x="94488" y="140553"/>
                  </a:cubicBezTo>
                  <a:cubicBezTo>
                    <a:pt x="94738" y="141958"/>
                    <a:pt x="94976" y="143375"/>
                    <a:pt x="95250" y="144780"/>
                  </a:cubicBezTo>
                  <a:cubicBezTo>
                    <a:pt x="86166" y="148590"/>
                    <a:pt x="78748" y="154269"/>
                    <a:pt x="71819" y="160306"/>
                  </a:cubicBezTo>
                  <a:lnTo>
                    <a:pt x="75117" y="160306"/>
                  </a:lnTo>
                  <a:cubicBezTo>
                    <a:pt x="81260" y="155091"/>
                    <a:pt x="87868" y="150280"/>
                    <a:pt x="95691" y="146935"/>
                  </a:cubicBezTo>
                  <a:cubicBezTo>
                    <a:pt x="96369" y="150102"/>
                    <a:pt x="97238" y="153078"/>
                    <a:pt x="98512" y="155448"/>
                  </a:cubicBezTo>
                  <a:cubicBezTo>
                    <a:pt x="99453" y="157186"/>
                    <a:pt x="100727" y="158805"/>
                    <a:pt x="102179" y="160306"/>
                  </a:cubicBezTo>
                  <a:lnTo>
                    <a:pt x="105311" y="160306"/>
                  </a:lnTo>
                  <a:cubicBezTo>
                    <a:pt x="103322" y="158531"/>
                    <a:pt x="101572" y="156555"/>
                    <a:pt x="100417" y="154424"/>
                  </a:cubicBezTo>
                  <a:cubicBezTo>
                    <a:pt x="99203" y="152197"/>
                    <a:pt x="98381" y="149257"/>
                    <a:pt x="97715" y="146113"/>
                  </a:cubicBezTo>
                  <a:cubicBezTo>
                    <a:pt x="100060" y="145208"/>
                    <a:pt x="102465" y="144470"/>
                    <a:pt x="104906" y="143887"/>
                  </a:cubicBezTo>
                  <a:cubicBezTo>
                    <a:pt x="126111" y="138779"/>
                    <a:pt x="131636" y="131147"/>
                    <a:pt x="138029" y="122301"/>
                  </a:cubicBezTo>
                  <a:cubicBezTo>
                    <a:pt x="140660" y="118669"/>
                    <a:pt x="143351" y="114955"/>
                    <a:pt x="147304" y="111085"/>
                  </a:cubicBezTo>
                  <a:cubicBezTo>
                    <a:pt x="151674" y="116205"/>
                    <a:pt x="159401" y="120932"/>
                    <a:pt x="168890" y="120932"/>
                  </a:cubicBezTo>
                  <a:cubicBezTo>
                    <a:pt x="175962" y="120932"/>
                    <a:pt x="183332" y="123384"/>
                    <a:pt x="190131" y="127754"/>
                  </a:cubicBezTo>
                  <a:cubicBezTo>
                    <a:pt x="181951" y="137600"/>
                    <a:pt x="171712" y="146161"/>
                    <a:pt x="159508" y="153305"/>
                  </a:cubicBezTo>
                  <a:cubicBezTo>
                    <a:pt x="155079" y="155888"/>
                    <a:pt x="150507" y="158222"/>
                    <a:pt x="145816" y="160306"/>
                  </a:cubicBezTo>
                  <a:lnTo>
                    <a:pt x="150924" y="160306"/>
                  </a:lnTo>
                  <a:cubicBezTo>
                    <a:pt x="154055" y="158782"/>
                    <a:pt x="157305" y="157079"/>
                    <a:pt x="160603" y="155150"/>
                  </a:cubicBezTo>
                  <a:cubicBezTo>
                    <a:pt x="173105" y="147852"/>
                    <a:pt x="183571" y="139077"/>
                    <a:pt x="191929" y="128956"/>
                  </a:cubicBezTo>
                  <a:cubicBezTo>
                    <a:pt x="197156" y="132635"/>
                    <a:pt x="202001" y="137469"/>
                    <a:pt x="206061" y="143208"/>
                  </a:cubicBezTo>
                  <a:cubicBezTo>
                    <a:pt x="209752" y="148411"/>
                    <a:pt x="211741" y="153221"/>
                    <a:pt x="213503" y="157460"/>
                  </a:cubicBezTo>
                  <a:cubicBezTo>
                    <a:pt x="213908" y="158436"/>
                    <a:pt x="214301" y="159389"/>
                    <a:pt x="214694" y="160306"/>
                  </a:cubicBezTo>
                  <a:lnTo>
                    <a:pt x="217051" y="160306"/>
                  </a:lnTo>
                  <a:cubicBezTo>
                    <a:pt x="216527" y="159139"/>
                    <a:pt x="216015" y="157924"/>
                    <a:pt x="215479" y="156638"/>
                  </a:cubicBezTo>
                  <a:cubicBezTo>
                    <a:pt x="213681" y="152293"/>
                    <a:pt x="211634" y="147375"/>
                    <a:pt x="207812" y="141958"/>
                  </a:cubicBezTo>
                  <a:cubicBezTo>
                    <a:pt x="203645" y="136064"/>
                    <a:pt x="198656" y="131100"/>
                    <a:pt x="193262" y="127290"/>
                  </a:cubicBezTo>
                  <a:cubicBezTo>
                    <a:pt x="196596" y="123087"/>
                    <a:pt x="199573" y="118622"/>
                    <a:pt x="202192" y="113955"/>
                  </a:cubicBezTo>
                  <a:lnTo>
                    <a:pt x="202228" y="113871"/>
                  </a:lnTo>
                  <a:cubicBezTo>
                    <a:pt x="202323" y="113669"/>
                    <a:pt x="211157" y="94166"/>
                    <a:pt x="223147" y="84963"/>
                  </a:cubicBezTo>
                  <a:cubicBezTo>
                    <a:pt x="227350" y="81736"/>
                    <a:pt x="229898" y="77510"/>
                    <a:pt x="231874" y="73021"/>
                  </a:cubicBezTo>
                  <a:cubicBezTo>
                    <a:pt x="236684" y="72039"/>
                    <a:pt x="241148" y="71454"/>
                    <a:pt x="245662" y="71454"/>
                  </a:cubicBezTo>
                  <a:cubicBezTo>
                    <a:pt x="249963" y="71454"/>
                    <a:pt x="254309" y="71986"/>
                    <a:pt x="259044" y="73211"/>
                  </a:cubicBezTo>
                  <a:cubicBezTo>
                    <a:pt x="266688" y="75188"/>
                    <a:pt x="271308" y="81332"/>
                    <a:pt x="275368" y="86749"/>
                  </a:cubicBezTo>
                  <a:cubicBezTo>
                    <a:pt x="278737" y="91226"/>
                    <a:pt x="281642" y="95107"/>
                    <a:pt x="285643" y="95714"/>
                  </a:cubicBezTo>
                  <a:lnTo>
                    <a:pt x="285750" y="95012"/>
                  </a:lnTo>
                  <a:lnTo>
                    <a:pt x="285750" y="93547"/>
                  </a:lnTo>
                  <a:cubicBezTo>
                    <a:pt x="282714" y="92940"/>
                    <a:pt x="280095" y="89463"/>
                    <a:pt x="277082" y="85451"/>
                  </a:cubicBezTo>
                  <a:cubicBezTo>
                    <a:pt x="273010" y="80034"/>
                    <a:pt x="267950" y="73295"/>
                    <a:pt x="259568" y="71128"/>
                  </a:cubicBezTo>
                  <a:cubicBezTo>
                    <a:pt x="254628" y="69848"/>
                    <a:pt x="250112" y="69296"/>
                    <a:pt x="245656" y="69296"/>
                  </a:cubicBezTo>
                  <a:cubicBezTo>
                    <a:pt x="241445" y="69296"/>
                    <a:pt x="237288" y="69789"/>
                    <a:pt x="232874" y="70628"/>
                  </a:cubicBezTo>
                  <a:cubicBezTo>
                    <a:pt x="233410" y="69294"/>
                    <a:pt x="233910" y="67961"/>
                    <a:pt x="234410" y="66627"/>
                  </a:cubicBezTo>
                  <a:cubicBezTo>
                    <a:pt x="236982" y="59746"/>
                    <a:pt x="239411" y="53245"/>
                    <a:pt x="245566" y="49959"/>
                  </a:cubicBezTo>
                  <a:cubicBezTo>
                    <a:pt x="246221" y="49911"/>
                    <a:pt x="246888" y="49840"/>
                    <a:pt x="247567" y="49768"/>
                  </a:cubicBezTo>
                  <a:cubicBezTo>
                    <a:pt x="264045" y="47982"/>
                    <a:pt x="269724" y="38957"/>
                    <a:pt x="271641" y="33742"/>
                  </a:cubicBezTo>
                  <a:cubicBezTo>
                    <a:pt x="274487" y="26003"/>
                    <a:pt x="272879" y="16824"/>
                    <a:pt x="267748" y="11394"/>
                  </a:cubicBezTo>
                  <a:cubicBezTo>
                    <a:pt x="265164" y="8668"/>
                    <a:pt x="261807" y="4644"/>
                    <a:pt x="258520" y="12"/>
                  </a:cubicBezTo>
                  <a:lnTo>
                    <a:pt x="255901" y="12"/>
                  </a:lnTo>
                  <a:cubicBezTo>
                    <a:pt x="259818" y="5632"/>
                    <a:pt x="263759" y="10299"/>
                    <a:pt x="266200" y="12871"/>
                  </a:cubicBezTo>
                  <a:cubicBezTo>
                    <a:pt x="270724" y="17645"/>
                    <a:pt x="272165" y="26122"/>
                    <a:pt x="269641" y="32992"/>
                  </a:cubicBezTo>
                  <a:cubicBezTo>
                    <a:pt x="266617" y="41208"/>
                    <a:pt x="258699" y="46399"/>
                    <a:pt x="247340" y="47625"/>
                  </a:cubicBezTo>
                  <a:cubicBezTo>
                    <a:pt x="244541" y="47930"/>
                    <a:pt x="241911" y="48060"/>
                    <a:pt x="239424" y="48060"/>
                  </a:cubicBezTo>
                  <a:cubicBezTo>
                    <a:pt x="231823" y="48060"/>
                    <a:pt x="225561" y="46850"/>
                    <a:pt x="219873" y="45756"/>
                  </a:cubicBezTo>
                  <a:cubicBezTo>
                    <a:pt x="215191" y="44857"/>
                    <a:pt x="210798" y="44011"/>
                    <a:pt x="206344" y="44011"/>
                  </a:cubicBezTo>
                  <a:cubicBezTo>
                    <a:pt x="200887" y="44011"/>
                    <a:pt x="195340" y="45281"/>
                    <a:pt x="189059" y="49280"/>
                  </a:cubicBezTo>
                  <a:cubicBezTo>
                    <a:pt x="184094" y="52435"/>
                    <a:pt x="180546" y="56555"/>
                    <a:pt x="177689" y="61198"/>
                  </a:cubicBezTo>
                  <a:cubicBezTo>
                    <a:pt x="155138" y="47923"/>
                    <a:pt x="138136" y="42362"/>
                    <a:pt x="124051" y="40386"/>
                  </a:cubicBezTo>
                  <a:cubicBezTo>
                    <a:pt x="127040" y="37826"/>
                    <a:pt x="130528" y="36266"/>
                    <a:pt x="133957" y="34731"/>
                  </a:cubicBezTo>
                  <a:cubicBezTo>
                    <a:pt x="139125" y="32421"/>
                    <a:pt x="144006" y="30242"/>
                    <a:pt x="146852" y="24991"/>
                  </a:cubicBezTo>
                  <a:cubicBezTo>
                    <a:pt x="149352" y="20372"/>
                    <a:pt x="150936" y="13942"/>
                    <a:pt x="152614" y="7120"/>
                  </a:cubicBezTo>
                  <a:cubicBezTo>
                    <a:pt x="153186" y="4798"/>
                    <a:pt x="153781" y="2405"/>
                    <a:pt x="1544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964475" y="2017650"/>
              <a:ext cx="345600" cy="183375"/>
            </a:xfrm>
            <a:custGeom>
              <a:rect b="b" l="l" r="r" t="t"/>
              <a:pathLst>
                <a:path extrusionOk="0" h="7335" w="13824">
                  <a:moveTo>
                    <a:pt x="0" y="0"/>
                  </a:moveTo>
                  <a:lnTo>
                    <a:pt x="0" y="7334"/>
                  </a:lnTo>
                  <a:lnTo>
                    <a:pt x="13824" y="7334"/>
                  </a:lnTo>
                  <a:lnTo>
                    <a:pt x="13824" y="0"/>
                  </a:lnTo>
                  <a:close/>
                </a:path>
              </a:pathLst>
            </a:custGeom>
            <a:solidFill>
              <a:srgbClr val="539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532575" y="3022525"/>
              <a:ext cx="335475" cy="183375"/>
            </a:xfrm>
            <a:custGeom>
              <a:rect b="b" l="l" r="r" t="t"/>
              <a:pathLst>
                <a:path extrusionOk="0" h="7335" w="13419">
                  <a:moveTo>
                    <a:pt x="0" y="1"/>
                  </a:moveTo>
                  <a:lnTo>
                    <a:pt x="0" y="7335"/>
                  </a:lnTo>
                  <a:lnTo>
                    <a:pt x="13419" y="7335"/>
                  </a:lnTo>
                  <a:lnTo>
                    <a:pt x="13419" y="1"/>
                  </a:lnTo>
                  <a:close/>
                </a:path>
              </a:pathLst>
            </a:custGeom>
            <a:solidFill>
              <a:srgbClr val="539E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7655" y="3807866"/>
              <a:ext cx="335800" cy="183375"/>
            </a:xfrm>
            <a:custGeom>
              <a:rect b="b" l="l" r="r" t="t"/>
              <a:pathLst>
                <a:path extrusionOk="0" h="7335" w="13432">
                  <a:moveTo>
                    <a:pt x="1" y="0"/>
                  </a:moveTo>
                  <a:lnTo>
                    <a:pt x="1" y="7334"/>
                  </a:lnTo>
                  <a:lnTo>
                    <a:pt x="13431" y="7334"/>
                  </a:lnTo>
                  <a:lnTo>
                    <a:pt x="1343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7547" y="2526708"/>
              <a:ext cx="428650" cy="183400"/>
            </a:xfrm>
            <a:custGeom>
              <a:rect b="b" l="l" r="r" t="t"/>
              <a:pathLst>
                <a:path extrusionOk="0" h="7336" w="17146">
                  <a:moveTo>
                    <a:pt x="0" y="1"/>
                  </a:moveTo>
                  <a:lnTo>
                    <a:pt x="0" y="7335"/>
                  </a:lnTo>
                  <a:lnTo>
                    <a:pt x="17145" y="7335"/>
                  </a:lnTo>
                  <a:lnTo>
                    <a:pt x="1714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073413" y="4580450"/>
              <a:ext cx="422100" cy="183675"/>
            </a:xfrm>
            <a:custGeom>
              <a:rect b="b" l="l" r="r" t="t"/>
              <a:pathLst>
                <a:path extrusionOk="0" h="7347" w="16884">
                  <a:moveTo>
                    <a:pt x="1" y="1"/>
                  </a:moveTo>
                  <a:lnTo>
                    <a:pt x="1" y="7347"/>
                  </a:lnTo>
                  <a:lnTo>
                    <a:pt x="16884" y="7347"/>
                  </a:lnTo>
                  <a:lnTo>
                    <a:pt x="1688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824522" y="1420252"/>
              <a:ext cx="422400" cy="183675"/>
            </a:xfrm>
            <a:custGeom>
              <a:rect b="b" l="l" r="r" t="t"/>
              <a:pathLst>
                <a:path extrusionOk="0" h="7347" w="16896">
                  <a:moveTo>
                    <a:pt x="1" y="1"/>
                  </a:moveTo>
                  <a:lnTo>
                    <a:pt x="1" y="7347"/>
                  </a:lnTo>
                  <a:lnTo>
                    <a:pt x="16896" y="7347"/>
                  </a:lnTo>
                  <a:lnTo>
                    <a:pt x="1689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846092" y="1029853"/>
              <a:ext cx="319400" cy="183375"/>
            </a:xfrm>
            <a:custGeom>
              <a:rect b="b" l="l" r="r" t="t"/>
              <a:pathLst>
                <a:path extrusionOk="0" h="7335" w="12776">
                  <a:moveTo>
                    <a:pt x="0" y="0"/>
                  </a:moveTo>
                  <a:lnTo>
                    <a:pt x="0" y="7335"/>
                  </a:lnTo>
                  <a:lnTo>
                    <a:pt x="12776" y="7335"/>
                  </a:lnTo>
                  <a:lnTo>
                    <a:pt x="1277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1395450" y="1458054"/>
            <a:ext cx="6353100" cy="1865700"/>
          </a:xfrm>
          <a:prstGeom prst="rect">
            <a:avLst/>
          </a:prstGeom>
          <a:solidFill>
            <a:schemeClr val="accent5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7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1178975" y="3542217"/>
            <a:ext cx="6763200" cy="7524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-2252073" y="-166025"/>
            <a:ext cx="12575870" cy="5386862"/>
            <a:chOff x="-2252073" y="-166025"/>
            <a:chExt cx="12575870" cy="5386862"/>
          </a:xfrm>
        </p:grpSpPr>
        <p:sp>
          <p:nvSpPr>
            <p:cNvPr id="23" name="Google Shape;23;p3"/>
            <p:cNvSpPr/>
            <p:nvPr/>
          </p:nvSpPr>
          <p:spPr>
            <a:xfrm flipH="1" rot="993073">
              <a:off x="8559736" y="1460242"/>
              <a:ext cx="1599286" cy="1389460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7920300" y="135212"/>
              <a:ext cx="1242150" cy="916325"/>
            </a:xfrm>
            <a:custGeom>
              <a:rect b="b" l="l" r="r" t="t"/>
              <a:pathLst>
                <a:path extrusionOk="0" h="36653" w="49686">
                  <a:moveTo>
                    <a:pt x="0" y="10826"/>
                  </a:moveTo>
                  <a:cubicBezTo>
                    <a:pt x="2337" y="10949"/>
                    <a:pt x="10331" y="12548"/>
                    <a:pt x="14020" y="11564"/>
                  </a:cubicBezTo>
                  <a:cubicBezTo>
                    <a:pt x="17710" y="10580"/>
                    <a:pt x="19677" y="6809"/>
                    <a:pt x="22137" y="4923"/>
                  </a:cubicBezTo>
                  <a:cubicBezTo>
                    <a:pt x="24597" y="3037"/>
                    <a:pt x="26113" y="823"/>
                    <a:pt x="28778" y="249"/>
                  </a:cubicBezTo>
                  <a:cubicBezTo>
                    <a:pt x="31443" y="-325"/>
                    <a:pt x="35583" y="167"/>
                    <a:pt x="38125" y="1479"/>
                  </a:cubicBezTo>
                  <a:cubicBezTo>
                    <a:pt x="40667" y="2791"/>
                    <a:pt x="42758" y="3980"/>
                    <a:pt x="44029" y="8120"/>
                  </a:cubicBezTo>
                  <a:cubicBezTo>
                    <a:pt x="45300" y="12261"/>
                    <a:pt x="45299" y="21977"/>
                    <a:pt x="45750" y="26322"/>
                  </a:cubicBezTo>
                  <a:cubicBezTo>
                    <a:pt x="46201" y="30668"/>
                    <a:pt x="46078" y="32471"/>
                    <a:pt x="46734" y="34193"/>
                  </a:cubicBezTo>
                  <a:cubicBezTo>
                    <a:pt x="47390" y="35915"/>
                    <a:pt x="49194" y="36243"/>
                    <a:pt x="49686" y="36653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5" name="Google Shape;25;p3"/>
            <p:cNvSpPr/>
            <p:nvPr/>
          </p:nvSpPr>
          <p:spPr>
            <a:xfrm>
              <a:off x="1192975" y="3775675"/>
              <a:ext cx="141425" cy="461200"/>
            </a:xfrm>
            <a:custGeom>
              <a:rect b="b" l="l" r="r" t="t"/>
              <a:pathLst>
                <a:path extrusionOk="0" h="18448" w="5657">
                  <a:moveTo>
                    <a:pt x="0" y="18448"/>
                  </a:moveTo>
                  <a:cubicBezTo>
                    <a:pt x="287" y="17833"/>
                    <a:pt x="1434" y="16275"/>
                    <a:pt x="1721" y="14758"/>
                  </a:cubicBezTo>
                  <a:cubicBezTo>
                    <a:pt x="2008" y="13241"/>
                    <a:pt x="1270" y="11028"/>
                    <a:pt x="1721" y="9347"/>
                  </a:cubicBezTo>
                  <a:cubicBezTo>
                    <a:pt x="2172" y="7666"/>
                    <a:pt x="3771" y="6231"/>
                    <a:pt x="4427" y="4673"/>
                  </a:cubicBezTo>
                  <a:cubicBezTo>
                    <a:pt x="5083" y="3115"/>
                    <a:pt x="5452" y="779"/>
                    <a:pt x="5657" y="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6" name="Google Shape;26;p3"/>
            <p:cNvSpPr/>
            <p:nvPr/>
          </p:nvSpPr>
          <p:spPr>
            <a:xfrm flipH="1">
              <a:off x="-2252073" y="1261236"/>
              <a:ext cx="3975897" cy="3454261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-36900" y="2490475"/>
              <a:ext cx="412125" cy="2459700"/>
            </a:xfrm>
            <a:custGeom>
              <a:rect b="b" l="l" r="r" t="t"/>
              <a:pathLst>
                <a:path extrusionOk="0" h="98388" w="16485">
                  <a:moveTo>
                    <a:pt x="15004" y="0"/>
                  </a:moveTo>
                  <a:cubicBezTo>
                    <a:pt x="13938" y="1107"/>
                    <a:pt x="9347" y="3198"/>
                    <a:pt x="8609" y="6641"/>
                  </a:cubicBezTo>
                  <a:cubicBezTo>
                    <a:pt x="7871" y="10085"/>
                    <a:pt x="9429" y="16931"/>
                    <a:pt x="10577" y="20661"/>
                  </a:cubicBezTo>
                  <a:cubicBezTo>
                    <a:pt x="11725" y="24392"/>
                    <a:pt x="14594" y="25580"/>
                    <a:pt x="15496" y="29024"/>
                  </a:cubicBezTo>
                  <a:cubicBezTo>
                    <a:pt x="16398" y="32468"/>
                    <a:pt x="16890" y="38043"/>
                    <a:pt x="15988" y="41323"/>
                  </a:cubicBezTo>
                  <a:cubicBezTo>
                    <a:pt x="15086" y="44603"/>
                    <a:pt x="11971" y="46201"/>
                    <a:pt x="10085" y="48702"/>
                  </a:cubicBezTo>
                  <a:cubicBezTo>
                    <a:pt x="8199" y="51203"/>
                    <a:pt x="5740" y="54154"/>
                    <a:pt x="4674" y="56327"/>
                  </a:cubicBezTo>
                  <a:cubicBezTo>
                    <a:pt x="3608" y="58500"/>
                    <a:pt x="3813" y="59852"/>
                    <a:pt x="3690" y="61738"/>
                  </a:cubicBezTo>
                  <a:cubicBezTo>
                    <a:pt x="3567" y="63624"/>
                    <a:pt x="3075" y="64977"/>
                    <a:pt x="3936" y="67642"/>
                  </a:cubicBezTo>
                  <a:cubicBezTo>
                    <a:pt x="4797" y="70307"/>
                    <a:pt x="8076" y="74939"/>
                    <a:pt x="8855" y="77727"/>
                  </a:cubicBezTo>
                  <a:cubicBezTo>
                    <a:pt x="9634" y="80515"/>
                    <a:pt x="9347" y="81826"/>
                    <a:pt x="8609" y="84368"/>
                  </a:cubicBezTo>
                  <a:cubicBezTo>
                    <a:pt x="7871" y="86910"/>
                    <a:pt x="5863" y="90640"/>
                    <a:pt x="4428" y="92977"/>
                  </a:cubicBezTo>
                  <a:cubicBezTo>
                    <a:pt x="2993" y="95314"/>
                    <a:pt x="738" y="97486"/>
                    <a:pt x="0" y="98388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8" name="Google Shape;28;p3"/>
            <p:cNvSpPr/>
            <p:nvPr/>
          </p:nvSpPr>
          <p:spPr>
            <a:xfrm>
              <a:off x="166025" y="4062114"/>
              <a:ext cx="1734100" cy="736475"/>
            </a:xfrm>
            <a:custGeom>
              <a:rect b="b" l="l" r="r" t="t"/>
              <a:pathLst>
                <a:path extrusionOk="0" h="29459" w="69364">
                  <a:moveTo>
                    <a:pt x="0" y="12893"/>
                  </a:moveTo>
                  <a:cubicBezTo>
                    <a:pt x="1312" y="12729"/>
                    <a:pt x="5329" y="12975"/>
                    <a:pt x="7871" y="11909"/>
                  </a:cubicBezTo>
                  <a:cubicBezTo>
                    <a:pt x="10413" y="10843"/>
                    <a:pt x="13569" y="8220"/>
                    <a:pt x="15250" y="6498"/>
                  </a:cubicBezTo>
                  <a:cubicBezTo>
                    <a:pt x="16931" y="4776"/>
                    <a:pt x="15783" y="2644"/>
                    <a:pt x="17956" y="1578"/>
                  </a:cubicBezTo>
                  <a:cubicBezTo>
                    <a:pt x="20129" y="512"/>
                    <a:pt x="25130" y="20"/>
                    <a:pt x="28287" y="102"/>
                  </a:cubicBezTo>
                  <a:cubicBezTo>
                    <a:pt x="31444" y="184"/>
                    <a:pt x="33739" y="-472"/>
                    <a:pt x="36896" y="2070"/>
                  </a:cubicBezTo>
                  <a:cubicBezTo>
                    <a:pt x="40053" y="4612"/>
                    <a:pt x="44193" y="11704"/>
                    <a:pt x="47227" y="15353"/>
                  </a:cubicBezTo>
                  <a:cubicBezTo>
                    <a:pt x="50261" y="19002"/>
                    <a:pt x="51859" y="21666"/>
                    <a:pt x="55098" y="23962"/>
                  </a:cubicBezTo>
                  <a:cubicBezTo>
                    <a:pt x="58337" y="26258"/>
                    <a:pt x="64281" y="28307"/>
                    <a:pt x="66659" y="29127"/>
                  </a:cubicBezTo>
                  <a:cubicBezTo>
                    <a:pt x="69037" y="29947"/>
                    <a:pt x="68913" y="28922"/>
                    <a:pt x="69364" y="2888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9" name="Google Shape;29;p3"/>
            <p:cNvSpPr/>
            <p:nvPr/>
          </p:nvSpPr>
          <p:spPr>
            <a:xfrm>
              <a:off x="-92250" y="1830175"/>
              <a:ext cx="2496703" cy="3390662"/>
            </a:xfrm>
            <a:custGeom>
              <a:rect b="b" l="l" r="r" t="t"/>
              <a:pathLst>
                <a:path extrusionOk="0" h="130611" w="96175">
                  <a:moveTo>
                    <a:pt x="0" y="0"/>
                  </a:moveTo>
                  <a:cubicBezTo>
                    <a:pt x="2132" y="2624"/>
                    <a:pt x="9593" y="9675"/>
                    <a:pt x="12790" y="15742"/>
                  </a:cubicBezTo>
                  <a:cubicBezTo>
                    <a:pt x="15988" y="21809"/>
                    <a:pt x="17176" y="30624"/>
                    <a:pt x="19185" y="36404"/>
                  </a:cubicBezTo>
                  <a:cubicBezTo>
                    <a:pt x="21194" y="42184"/>
                    <a:pt x="22547" y="47226"/>
                    <a:pt x="24843" y="50424"/>
                  </a:cubicBezTo>
                  <a:cubicBezTo>
                    <a:pt x="27139" y="53622"/>
                    <a:pt x="29189" y="53048"/>
                    <a:pt x="32960" y="55590"/>
                  </a:cubicBezTo>
                  <a:cubicBezTo>
                    <a:pt x="36732" y="58132"/>
                    <a:pt x="42512" y="60919"/>
                    <a:pt x="47472" y="65674"/>
                  </a:cubicBezTo>
                  <a:cubicBezTo>
                    <a:pt x="52432" y="70429"/>
                    <a:pt x="58869" y="78342"/>
                    <a:pt x="62722" y="84122"/>
                  </a:cubicBezTo>
                  <a:cubicBezTo>
                    <a:pt x="66576" y="89902"/>
                    <a:pt x="67969" y="95150"/>
                    <a:pt x="70593" y="100356"/>
                  </a:cubicBezTo>
                  <a:cubicBezTo>
                    <a:pt x="73217" y="105563"/>
                    <a:pt x="75513" y="111097"/>
                    <a:pt x="78465" y="115361"/>
                  </a:cubicBezTo>
                  <a:cubicBezTo>
                    <a:pt x="81417" y="119625"/>
                    <a:pt x="85351" y="123396"/>
                    <a:pt x="88303" y="125938"/>
                  </a:cubicBezTo>
                  <a:cubicBezTo>
                    <a:pt x="91255" y="128480"/>
                    <a:pt x="94863" y="129832"/>
                    <a:pt x="96175" y="13061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0" name="Google Shape;30;p3"/>
            <p:cNvSpPr/>
            <p:nvPr/>
          </p:nvSpPr>
          <p:spPr>
            <a:xfrm>
              <a:off x="7034800" y="245975"/>
              <a:ext cx="737900" cy="750725"/>
            </a:xfrm>
            <a:custGeom>
              <a:rect b="b" l="l" r="r" t="t"/>
              <a:pathLst>
                <a:path extrusionOk="0" h="30029" w="29516">
                  <a:moveTo>
                    <a:pt x="29516" y="0"/>
                  </a:moveTo>
                  <a:cubicBezTo>
                    <a:pt x="27753" y="656"/>
                    <a:pt x="22138" y="2213"/>
                    <a:pt x="18940" y="3935"/>
                  </a:cubicBezTo>
                  <a:cubicBezTo>
                    <a:pt x="15743" y="5657"/>
                    <a:pt x="11725" y="8199"/>
                    <a:pt x="10331" y="10331"/>
                  </a:cubicBezTo>
                  <a:cubicBezTo>
                    <a:pt x="8937" y="12463"/>
                    <a:pt x="10289" y="14840"/>
                    <a:pt x="10576" y="16726"/>
                  </a:cubicBezTo>
                  <a:cubicBezTo>
                    <a:pt x="10863" y="18612"/>
                    <a:pt x="12462" y="19595"/>
                    <a:pt x="12052" y="21645"/>
                  </a:cubicBezTo>
                  <a:cubicBezTo>
                    <a:pt x="11642" y="23695"/>
                    <a:pt x="10126" y="27631"/>
                    <a:pt x="8117" y="29025"/>
                  </a:cubicBezTo>
                  <a:cubicBezTo>
                    <a:pt x="6108" y="30419"/>
                    <a:pt x="1353" y="29844"/>
                    <a:pt x="0" y="30008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" name="Google Shape;31;p3"/>
            <p:cNvSpPr/>
            <p:nvPr/>
          </p:nvSpPr>
          <p:spPr>
            <a:xfrm>
              <a:off x="8811950" y="651825"/>
              <a:ext cx="245950" cy="356650"/>
            </a:xfrm>
            <a:custGeom>
              <a:rect b="b" l="l" r="r" t="t"/>
              <a:pathLst>
                <a:path extrusionOk="0" h="14266" w="9838">
                  <a:moveTo>
                    <a:pt x="0" y="14266"/>
                  </a:moveTo>
                  <a:cubicBezTo>
                    <a:pt x="697" y="13733"/>
                    <a:pt x="3525" y="12750"/>
                    <a:pt x="4181" y="11069"/>
                  </a:cubicBezTo>
                  <a:cubicBezTo>
                    <a:pt x="4837" y="9388"/>
                    <a:pt x="3484" y="5699"/>
                    <a:pt x="3935" y="4182"/>
                  </a:cubicBezTo>
                  <a:cubicBezTo>
                    <a:pt x="4386" y="2665"/>
                    <a:pt x="5903" y="2665"/>
                    <a:pt x="6887" y="1968"/>
                  </a:cubicBezTo>
                  <a:cubicBezTo>
                    <a:pt x="7871" y="1271"/>
                    <a:pt x="9346" y="328"/>
                    <a:pt x="9838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2" name="Google Shape;32;p3"/>
            <p:cNvSpPr/>
            <p:nvPr/>
          </p:nvSpPr>
          <p:spPr>
            <a:xfrm>
              <a:off x="8781200" y="1783300"/>
              <a:ext cx="393550" cy="296450"/>
            </a:xfrm>
            <a:custGeom>
              <a:rect b="b" l="l" r="r" t="t"/>
              <a:pathLst>
                <a:path extrusionOk="0" h="11858" w="15742">
                  <a:moveTo>
                    <a:pt x="0" y="0"/>
                  </a:moveTo>
                  <a:cubicBezTo>
                    <a:pt x="738" y="1804"/>
                    <a:pt x="2828" y="8937"/>
                    <a:pt x="4427" y="10823"/>
                  </a:cubicBezTo>
                  <a:cubicBezTo>
                    <a:pt x="6026" y="12709"/>
                    <a:pt x="7707" y="11397"/>
                    <a:pt x="9593" y="11315"/>
                  </a:cubicBezTo>
                  <a:cubicBezTo>
                    <a:pt x="11479" y="11233"/>
                    <a:pt x="14717" y="10495"/>
                    <a:pt x="15742" y="1033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3" name="Google Shape;33;p3"/>
            <p:cNvSpPr/>
            <p:nvPr/>
          </p:nvSpPr>
          <p:spPr>
            <a:xfrm>
              <a:off x="7994075" y="1549625"/>
              <a:ext cx="252125" cy="737900"/>
            </a:xfrm>
            <a:custGeom>
              <a:rect b="b" l="l" r="r" t="t"/>
              <a:pathLst>
                <a:path extrusionOk="0" h="29516" w="10085">
                  <a:moveTo>
                    <a:pt x="10085" y="29516"/>
                  </a:moveTo>
                  <a:cubicBezTo>
                    <a:pt x="9142" y="28409"/>
                    <a:pt x="5494" y="25212"/>
                    <a:pt x="4428" y="22875"/>
                  </a:cubicBezTo>
                  <a:cubicBezTo>
                    <a:pt x="3362" y="20538"/>
                    <a:pt x="3403" y="17956"/>
                    <a:pt x="3690" y="15496"/>
                  </a:cubicBezTo>
                  <a:cubicBezTo>
                    <a:pt x="3977" y="13036"/>
                    <a:pt x="5822" y="10249"/>
                    <a:pt x="6150" y="8117"/>
                  </a:cubicBezTo>
                  <a:cubicBezTo>
                    <a:pt x="6478" y="5985"/>
                    <a:pt x="6683" y="4059"/>
                    <a:pt x="5658" y="2706"/>
                  </a:cubicBezTo>
                  <a:cubicBezTo>
                    <a:pt x="4633" y="1353"/>
                    <a:pt x="943" y="451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4" name="Google Shape;34;p3"/>
            <p:cNvSpPr/>
            <p:nvPr/>
          </p:nvSpPr>
          <p:spPr>
            <a:xfrm>
              <a:off x="6647375" y="-166025"/>
              <a:ext cx="2545825" cy="3179175"/>
            </a:xfrm>
            <a:custGeom>
              <a:rect b="b" l="l" r="r" t="t"/>
              <a:pathLst>
                <a:path extrusionOk="0" h="127167" w="101833">
                  <a:moveTo>
                    <a:pt x="0" y="0"/>
                  </a:moveTo>
                  <a:cubicBezTo>
                    <a:pt x="6518" y="2050"/>
                    <a:pt x="29312" y="7010"/>
                    <a:pt x="39110" y="12298"/>
                  </a:cubicBezTo>
                  <a:cubicBezTo>
                    <a:pt x="48908" y="17586"/>
                    <a:pt x="51491" y="26811"/>
                    <a:pt x="58788" y="31730"/>
                  </a:cubicBezTo>
                  <a:cubicBezTo>
                    <a:pt x="66085" y="36650"/>
                    <a:pt x="77851" y="36937"/>
                    <a:pt x="82893" y="41815"/>
                  </a:cubicBezTo>
                  <a:cubicBezTo>
                    <a:pt x="87935" y="46694"/>
                    <a:pt x="88386" y="55303"/>
                    <a:pt x="89042" y="61001"/>
                  </a:cubicBezTo>
                  <a:cubicBezTo>
                    <a:pt x="89698" y="66699"/>
                    <a:pt x="90559" y="70512"/>
                    <a:pt x="86828" y="76005"/>
                  </a:cubicBezTo>
                  <a:cubicBezTo>
                    <a:pt x="83098" y="81498"/>
                    <a:pt x="70431" y="89370"/>
                    <a:pt x="66659" y="93961"/>
                  </a:cubicBezTo>
                  <a:cubicBezTo>
                    <a:pt x="62888" y="98553"/>
                    <a:pt x="63666" y="100028"/>
                    <a:pt x="64199" y="103554"/>
                  </a:cubicBezTo>
                  <a:cubicBezTo>
                    <a:pt x="64732" y="107080"/>
                    <a:pt x="66740" y="112163"/>
                    <a:pt x="69856" y="115115"/>
                  </a:cubicBezTo>
                  <a:cubicBezTo>
                    <a:pt x="72972" y="118067"/>
                    <a:pt x="77564" y="119255"/>
                    <a:pt x="82893" y="121264"/>
                  </a:cubicBezTo>
                  <a:cubicBezTo>
                    <a:pt x="88223" y="123273"/>
                    <a:pt x="98676" y="126183"/>
                    <a:pt x="101833" y="127167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35" name="Google Shape;35;p3"/>
          <p:cNvSpPr txBox="1"/>
          <p:nvPr>
            <p:ph type="title"/>
          </p:nvPr>
        </p:nvSpPr>
        <p:spPr>
          <a:xfrm>
            <a:off x="2295150" y="2511325"/>
            <a:ext cx="4553700" cy="11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b="1" sz="64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" name="Google Shape;36;p3"/>
          <p:cNvSpPr txBox="1"/>
          <p:nvPr>
            <p:ph idx="1" type="subTitle"/>
          </p:nvPr>
        </p:nvSpPr>
        <p:spPr>
          <a:xfrm>
            <a:off x="2295150" y="3532225"/>
            <a:ext cx="45537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"/>
          <p:cNvSpPr txBox="1"/>
          <p:nvPr>
            <p:ph hasCustomPrompt="1" idx="2" type="title"/>
          </p:nvPr>
        </p:nvSpPr>
        <p:spPr>
          <a:xfrm>
            <a:off x="4003047" y="1346650"/>
            <a:ext cx="1137900" cy="7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4"/>
          <p:cNvGrpSpPr/>
          <p:nvPr/>
        </p:nvGrpSpPr>
        <p:grpSpPr>
          <a:xfrm>
            <a:off x="-49200" y="3049675"/>
            <a:ext cx="11378225" cy="4025797"/>
            <a:chOff x="-49200" y="3049675"/>
            <a:chExt cx="11378225" cy="4025797"/>
          </a:xfrm>
        </p:grpSpPr>
        <p:sp>
          <p:nvSpPr>
            <p:cNvPr id="40" name="Google Shape;40;p4"/>
            <p:cNvSpPr/>
            <p:nvPr/>
          </p:nvSpPr>
          <p:spPr>
            <a:xfrm flipH="1">
              <a:off x="7353127" y="3621211"/>
              <a:ext cx="3975897" cy="3454261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-49200" y="3049675"/>
              <a:ext cx="843975" cy="2317975"/>
            </a:xfrm>
            <a:custGeom>
              <a:rect b="b" l="l" r="r" t="t"/>
              <a:pathLst>
                <a:path extrusionOk="0" h="92719" w="33759">
                  <a:moveTo>
                    <a:pt x="0" y="0"/>
                  </a:moveTo>
                  <a:cubicBezTo>
                    <a:pt x="2286" y="955"/>
                    <a:pt x="10814" y="2320"/>
                    <a:pt x="13714" y="5731"/>
                  </a:cubicBezTo>
                  <a:cubicBezTo>
                    <a:pt x="16614" y="9142"/>
                    <a:pt x="17637" y="12247"/>
                    <a:pt x="17398" y="20468"/>
                  </a:cubicBezTo>
                  <a:cubicBezTo>
                    <a:pt x="17159" y="28689"/>
                    <a:pt x="11292" y="46121"/>
                    <a:pt x="12281" y="55059"/>
                  </a:cubicBezTo>
                  <a:cubicBezTo>
                    <a:pt x="13270" y="63997"/>
                    <a:pt x="19923" y="69080"/>
                    <a:pt x="23334" y="74094"/>
                  </a:cubicBezTo>
                  <a:cubicBezTo>
                    <a:pt x="26745" y="79109"/>
                    <a:pt x="31044" y="82042"/>
                    <a:pt x="32749" y="85146"/>
                  </a:cubicBezTo>
                  <a:cubicBezTo>
                    <a:pt x="34455" y="88250"/>
                    <a:pt x="33431" y="91457"/>
                    <a:pt x="33567" y="92719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2" name="Google Shape;42;p4"/>
            <p:cNvSpPr/>
            <p:nvPr/>
          </p:nvSpPr>
          <p:spPr>
            <a:xfrm>
              <a:off x="4304525" y="3296025"/>
              <a:ext cx="5190000" cy="2191200"/>
            </a:xfrm>
            <a:custGeom>
              <a:rect b="b" l="l" r="r" t="t"/>
              <a:pathLst>
                <a:path extrusionOk="0" h="87648" w="207600">
                  <a:moveTo>
                    <a:pt x="0" y="87566"/>
                  </a:moveTo>
                  <a:cubicBezTo>
                    <a:pt x="3526" y="87238"/>
                    <a:pt x="15578" y="88550"/>
                    <a:pt x="21153" y="85598"/>
                  </a:cubicBezTo>
                  <a:cubicBezTo>
                    <a:pt x="26728" y="82646"/>
                    <a:pt x="26729" y="74120"/>
                    <a:pt x="33452" y="69856"/>
                  </a:cubicBezTo>
                  <a:cubicBezTo>
                    <a:pt x="40175" y="65593"/>
                    <a:pt x="50915" y="60181"/>
                    <a:pt x="61492" y="60017"/>
                  </a:cubicBezTo>
                  <a:cubicBezTo>
                    <a:pt x="72069" y="59853"/>
                    <a:pt x="88303" y="68134"/>
                    <a:pt x="96912" y="68872"/>
                  </a:cubicBezTo>
                  <a:cubicBezTo>
                    <a:pt x="105521" y="69610"/>
                    <a:pt x="106506" y="67643"/>
                    <a:pt x="113147" y="64445"/>
                  </a:cubicBezTo>
                  <a:cubicBezTo>
                    <a:pt x="119788" y="61247"/>
                    <a:pt x="128643" y="52228"/>
                    <a:pt x="136760" y="49686"/>
                  </a:cubicBezTo>
                  <a:cubicBezTo>
                    <a:pt x="144877" y="47144"/>
                    <a:pt x="153896" y="51244"/>
                    <a:pt x="161849" y="49194"/>
                  </a:cubicBezTo>
                  <a:cubicBezTo>
                    <a:pt x="169802" y="47144"/>
                    <a:pt x="176853" y="45587"/>
                    <a:pt x="184478" y="37388"/>
                  </a:cubicBezTo>
                  <a:cubicBezTo>
                    <a:pt x="192103" y="29189"/>
                    <a:pt x="203746" y="6231"/>
                    <a:pt x="207600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3" name="Google Shape;43;p4"/>
            <p:cNvSpPr/>
            <p:nvPr/>
          </p:nvSpPr>
          <p:spPr>
            <a:xfrm>
              <a:off x="7311523" y="4784150"/>
              <a:ext cx="1980050" cy="824000"/>
            </a:xfrm>
            <a:custGeom>
              <a:rect b="b" l="l" r="r" t="t"/>
              <a:pathLst>
                <a:path extrusionOk="0" h="32960" w="79202">
                  <a:moveTo>
                    <a:pt x="0" y="0"/>
                  </a:moveTo>
                  <a:cubicBezTo>
                    <a:pt x="2870" y="820"/>
                    <a:pt x="11971" y="2787"/>
                    <a:pt x="17218" y="4919"/>
                  </a:cubicBezTo>
                  <a:cubicBezTo>
                    <a:pt x="22465" y="7051"/>
                    <a:pt x="25089" y="8691"/>
                    <a:pt x="31484" y="12791"/>
                  </a:cubicBezTo>
                  <a:cubicBezTo>
                    <a:pt x="37879" y="16891"/>
                    <a:pt x="47636" y="26156"/>
                    <a:pt x="55589" y="29517"/>
                  </a:cubicBezTo>
                  <a:cubicBezTo>
                    <a:pt x="63542" y="32879"/>
                    <a:pt x="75267" y="32386"/>
                    <a:pt x="79202" y="3296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44" name="Google Shape;44;p4"/>
          <p:cNvSpPr txBox="1"/>
          <p:nvPr>
            <p:ph type="title"/>
          </p:nvPr>
        </p:nvSpPr>
        <p:spPr>
          <a:xfrm>
            <a:off x="758775" y="368825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p4"/>
          <p:cNvSpPr txBox="1"/>
          <p:nvPr>
            <p:ph idx="1" type="body"/>
          </p:nvPr>
        </p:nvSpPr>
        <p:spPr>
          <a:xfrm>
            <a:off x="758775" y="941525"/>
            <a:ext cx="7626300" cy="3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758775" y="368825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1323325" y="2751873"/>
            <a:ext cx="2633700" cy="14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5"/>
          <p:cNvSpPr txBox="1"/>
          <p:nvPr>
            <p:ph idx="2" type="body"/>
          </p:nvPr>
        </p:nvSpPr>
        <p:spPr>
          <a:xfrm>
            <a:off x="5187100" y="2751873"/>
            <a:ext cx="2633700" cy="14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5"/>
          <p:cNvSpPr txBox="1"/>
          <p:nvPr>
            <p:ph idx="3" type="title"/>
          </p:nvPr>
        </p:nvSpPr>
        <p:spPr>
          <a:xfrm>
            <a:off x="1323325" y="2296473"/>
            <a:ext cx="26337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5"/>
          <p:cNvSpPr txBox="1"/>
          <p:nvPr>
            <p:ph idx="4" type="title"/>
          </p:nvPr>
        </p:nvSpPr>
        <p:spPr>
          <a:xfrm>
            <a:off x="5187100" y="2296473"/>
            <a:ext cx="26337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5"/>
          <p:cNvSpPr/>
          <p:nvPr/>
        </p:nvSpPr>
        <p:spPr>
          <a:xfrm>
            <a:off x="-1145167" y="1756583"/>
            <a:ext cx="2102924" cy="162978"/>
          </a:xfrm>
          <a:custGeom>
            <a:rect b="b" l="l" r="r" t="t"/>
            <a:pathLst>
              <a:path extrusionOk="0" h="5977" w="77122">
                <a:moveTo>
                  <a:pt x="46433" y="1"/>
                </a:moveTo>
                <a:cubicBezTo>
                  <a:pt x="44284" y="1"/>
                  <a:pt x="42041" y="594"/>
                  <a:pt x="39995" y="1840"/>
                </a:cubicBezTo>
                <a:cubicBezTo>
                  <a:pt x="38860" y="2540"/>
                  <a:pt x="38103" y="2783"/>
                  <a:pt x="37515" y="2783"/>
                </a:cubicBezTo>
                <a:cubicBezTo>
                  <a:pt x="36170" y="2783"/>
                  <a:pt x="35711" y="1508"/>
                  <a:pt x="33643" y="1508"/>
                </a:cubicBezTo>
                <a:cubicBezTo>
                  <a:pt x="33082" y="1508"/>
                  <a:pt x="32403" y="1602"/>
                  <a:pt x="31556" y="1840"/>
                </a:cubicBezTo>
                <a:cubicBezTo>
                  <a:pt x="24051" y="3975"/>
                  <a:pt x="0" y="5976"/>
                  <a:pt x="20448" y="5976"/>
                </a:cubicBezTo>
                <a:lnTo>
                  <a:pt x="48368" y="5976"/>
                </a:lnTo>
                <a:cubicBezTo>
                  <a:pt x="58275" y="5976"/>
                  <a:pt x="77122" y="5176"/>
                  <a:pt x="69550" y="1840"/>
                </a:cubicBezTo>
                <a:cubicBezTo>
                  <a:pt x="67971" y="1141"/>
                  <a:pt x="66477" y="882"/>
                  <a:pt x="65071" y="882"/>
                </a:cubicBezTo>
                <a:cubicBezTo>
                  <a:pt x="60998" y="882"/>
                  <a:pt x="57666" y="3061"/>
                  <a:pt x="55157" y="3061"/>
                </a:cubicBezTo>
                <a:cubicBezTo>
                  <a:pt x="54396" y="3061"/>
                  <a:pt x="53712" y="2861"/>
                  <a:pt x="53105" y="2340"/>
                </a:cubicBezTo>
                <a:cubicBezTo>
                  <a:pt x="51325" y="812"/>
                  <a:pt x="48944" y="1"/>
                  <a:pt x="4643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5"/>
          <p:cNvGrpSpPr/>
          <p:nvPr/>
        </p:nvGrpSpPr>
        <p:grpSpPr>
          <a:xfrm>
            <a:off x="-4245594" y="666658"/>
            <a:ext cx="5146581" cy="3341661"/>
            <a:chOff x="4655550" y="681101"/>
            <a:chExt cx="4715578" cy="3061812"/>
          </a:xfrm>
        </p:grpSpPr>
        <p:sp>
          <p:nvSpPr>
            <p:cNvPr id="54" name="Google Shape;54;p5"/>
            <p:cNvSpPr/>
            <p:nvPr/>
          </p:nvSpPr>
          <p:spPr>
            <a:xfrm>
              <a:off x="6607459" y="1707649"/>
              <a:ext cx="987632" cy="918673"/>
            </a:xfrm>
            <a:custGeom>
              <a:rect b="b" l="l" r="r" t="t"/>
              <a:pathLst>
                <a:path extrusionOk="0" h="36769" w="39529">
                  <a:moveTo>
                    <a:pt x="19747" y="0"/>
                  </a:moveTo>
                  <a:cubicBezTo>
                    <a:pt x="18779" y="0"/>
                    <a:pt x="17799" y="76"/>
                    <a:pt x="16813" y="234"/>
                  </a:cubicBezTo>
                  <a:cubicBezTo>
                    <a:pt x="6806" y="1868"/>
                    <a:pt x="1" y="11308"/>
                    <a:pt x="1635" y="21315"/>
                  </a:cubicBezTo>
                  <a:cubicBezTo>
                    <a:pt x="3106" y="30353"/>
                    <a:pt x="10901" y="36769"/>
                    <a:pt x="19741" y="36769"/>
                  </a:cubicBezTo>
                  <a:cubicBezTo>
                    <a:pt x="20723" y="36769"/>
                    <a:pt x="21717" y="36690"/>
                    <a:pt x="22717" y="36526"/>
                  </a:cubicBezTo>
                  <a:cubicBezTo>
                    <a:pt x="32724" y="34892"/>
                    <a:pt x="39529" y="25452"/>
                    <a:pt x="37894" y="15445"/>
                  </a:cubicBezTo>
                  <a:cubicBezTo>
                    <a:pt x="36451" y="6420"/>
                    <a:pt x="28632" y="0"/>
                    <a:pt x="197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6780808" y="2386602"/>
              <a:ext cx="2590320" cy="1356311"/>
            </a:xfrm>
            <a:custGeom>
              <a:rect b="b" l="l" r="r" t="t"/>
              <a:pathLst>
                <a:path extrusionOk="0" h="54285" w="103675">
                  <a:moveTo>
                    <a:pt x="25447" y="0"/>
                  </a:moveTo>
                  <a:cubicBezTo>
                    <a:pt x="22154" y="0"/>
                    <a:pt x="19110" y="724"/>
                    <a:pt x="17513" y="2014"/>
                  </a:cubicBezTo>
                  <a:cubicBezTo>
                    <a:pt x="14011" y="4782"/>
                    <a:pt x="2770" y="11320"/>
                    <a:pt x="1" y="14089"/>
                  </a:cubicBezTo>
                  <a:lnTo>
                    <a:pt x="1102" y="54284"/>
                  </a:lnTo>
                  <a:lnTo>
                    <a:pt x="103675" y="54284"/>
                  </a:lnTo>
                  <a:cubicBezTo>
                    <a:pt x="102708" y="51349"/>
                    <a:pt x="93401" y="46045"/>
                    <a:pt x="90199" y="42176"/>
                  </a:cubicBezTo>
                  <a:cubicBezTo>
                    <a:pt x="86996" y="38273"/>
                    <a:pt x="84928" y="34804"/>
                    <a:pt x="83794" y="30067"/>
                  </a:cubicBezTo>
                  <a:cubicBezTo>
                    <a:pt x="82693" y="25364"/>
                    <a:pt x="80192" y="25197"/>
                    <a:pt x="77823" y="21594"/>
                  </a:cubicBezTo>
                  <a:cubicBezTo>
                    <a:pt x="75605" y="18173"/>
                    <a:pt x="73237" y="12102"/>
                    <a:pt x="67545" y="12102"/>
                  </a:cubicBezTo>
                  <a:cubicBezTo>
                    <a:pt x="67245" y="12102"/>
                    <a:pt x="66935" y="12119"/>
                    <a:pt x="66615" y="12154"/>
                  </a:cubicBezTo>
                  <a:cubicBezTo>
                    <a:pt x="61032" y="12771"/>
                    <a:pt x="54259" y="15200"/>
                    <a:pt x="51106" y="15200"/>
                  </a:cubicBezTo>
                  <a:cubicBezTo>
                    <a:pt x="50679" y="15200"/>
                    <a:pt x="50319" y="15156"/>
                    <a:pt x="50037" y="15056"/>
                  </a:cubicBezTo>
                  <a:cubicBezTo>
                    <a:pt x="47668" y="14222"/>
                    <a:pt x="40997" y="7418"/>
                    <a:pt x="36127" y="3248"/>
                  </a:cubicBezTo>
                  <a:cubicBezTo>
                    <a:pt x="33516" y="997"/>
                    <a:pt x="29310" y="0"/>
                    <a:pt x="2544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4655550" y="1424390"/>
              <a:ext cx="3308739" cy="2318508"/>
            </a:xfrm>
            <a:custGeom>
              <a:rect b="b" l="l" r="r" t="t"/>
              <a:pathLst>
                <a:path extrusionOk="0" h="92796" w="132429">
                  <a:moveTo>
                    <a:pt x="69202" y="1"/>
                  </a:moveTo>
                  <a:cubicBezTo>
                    <a:pt x="68887" y="1"/>
                    <a:pt x="68578" y="102"/>
                    <a:pt x="68282" y="329"/>
                  </a:cubicBezTo>
                  <a:cubicBezTo>
                    <a:pt x="66281" y="1897"/>
                    <a:pt x="60777" y="12738"/>
                    <a:pt x="55773" y="15240"/>
                  </a:cubicBezTo>
                  <a:cubicBezTo>
                    <a:pt x="50770" y="17708"/>
                    <a:pt x="37660" y="35655"/>
                    <a:pt x="33658" y="44261"/>
                  </a:cubicBezTo>
                  <a:cubicBezTo>
                    <a:pt x="29655" y="52867"/>
                    <a:pt x="22716" y="54301"/>
                    <a:pt x="20548" y="56503"/>
                  </a:cubicBezTo>
                  <a:cubicBezTo>
                    <a:pt x="12242" y="64875"/>
                    <a:pt x="6605" y="87992"/>
                    <a:pt x="0" y="92795"/>
                  </a:cubicBezTo>
                  <a:lnTo>
                    <a:pt x="132428" y="92795"/>
                  </a:lnTo>
                  <a:cubicBezTo>
                    <a:pt x="132428" y="92795"/>
                    <a:pt x="110212" y="66643"/>
                    <a:pt x="108244" y="61073"/>
                  </a:cubicBezTo>
                  <a:cubicBezTo>
                    <a:pt x="106243" y="55535"/>
                    <a:pt x="97470" y="53034"/>
                    <a:pt x="96035" y="48697"/>
                  </a:cubicBezTo>
                  <a:cubicBezTo>
                    <a:pt x="94601" y="44394"/>
                    <a:pt x="94268" y="36889"/>
                    <a:pt x="89131" y="33420"/>
                  </a:cubicBezTo>
                  <a:cubicBezTo>
                    <a:pt x="83994" y="29950"/>
                    <a:pt x="75387" y="11838"/>
                    <a:pt x="73586" y="5500"/>
                  </a:cubicBezTo>
                  <a:cubicBezTo>
                    <a:pt x="72989" y="3368"/>
                    <a:pt x="71012" y="1"/>
                    <a:pt x="692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6410774" y="681101"/>
              <a:ext cx="2559488" cy="218119"/>
            </a:xfrm>
            <a:custGeom>
              <a:rect b="b" l="l" r="r" t="t"/>
              <a:pathLst>
                <a:path extrusionOk="0" h="8730" w="102441">
                  <a:moveTo>
                    <a:pt x="59342" y="1"/>
                  </a:moveTo>
                  <a:cubicBezTo>
                    <a:pt x="56415" y="1"/>
                    <a:pt x="52225" y="1213"/>
                    <a:pt x="43498" y="3192"/>
                  </a:cubicBezTo>
                  <a:cubicBezTo>
                    <a:pt x="28087" y="6662"/>
                    <a:pt x="0" y="8730"/>
                    <a:pt x="10008" y="8730"/>
                  </a:cubicBezTo>
                  <a:lnTo>
                    <a:pt x="89231" y="8730"/>
                  </a:lnTo>
                  <a:cubicBezTo>
                    <a:pt x="102440" y="8730"/>
                    <a:pt x="100505" y="7762"/>
                    <a:pt x="93134" y="2759"/>
                  </a:cubicBezTo>
                  <a:cubicBezTo>
                    <a:pt x="91332" y="1536"/>
                    <a:pt x="89058" y="1110"/>
                    <a:pt x="86576" y="1110"/>
                  </a:cubicBezTo>
                  <a:cubicBezTo>
                    <a:pt x="80876" y="1110"/>
                    <a:pt x="74076" y="3355"/>
                    <a:pt x="69363" y="3355"/>
                  </a:cubicBezTo>
                  <a:cubicBezTo>
                    <a:pt x="67729" y="3355"/>
                    <a:pt x="66346" y="3085"/>
                    <a:pt x="65347" y="2358"/>
                  </a:cubicBezTo>
                  <a:cubicBezTo>
                    <a:pt x="63098" y="719"/>
                    <a:pt x="61594" y="1"/>
                    <a:pt x="593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4688056" y="1084939"/>
              <a:ext cx="1926893" cy="149335"/>
            </a:xfrm>
            <a:custGeom>
              <a:rect b="b" l="l" r="r" t="t"/>
              <a:pathLst>
                <a:path extrusionOk="0" h="5977" w="77122">
                  <a:moveTo>
                    <a:pt x="46433" y="1"/>
                  </a:moveTo>
                  <a:cubicBezTo>
                    <a:pt x="44284" y="1"/>
                    <a:pt x="42041" y="594"/>
                    <a:pt x="39995" y="1840"/>
                  </a:cubicBezTo>
                  <a:cubicBezTo>
                    <a:pt x="38860" y="2540"/>
                    <a:pt x="38103" y="2783"/>
                    <a:pt x="37515" y="2783"/>
                  </a:cubicBezTo>
                  <a:cubicBezTo>
                    <a:pt x="36170" y="2783"/>
                    <a:pt x="35711" y="1508"/>
                    <a:pt x="33643" y="1508"/>
                  </a:cubicBezTo>
                  <a:cubicBezTo>
                    <a:pt x="33082" y="1508"/>
                    <a:pt x="32403" y="1602"/>
                    <a:pt x="31556" y="1840"/>
                  </a:cubicBezTo>
                  <a:cubicBezTo>
                    <a:pt x="24051" y="3975"/>
                    <a:pt x="0" y="5976"/>
                    <a:pt x="20448" y="5976"/>
                  </a:cubicBezTo>
                  <a:lnTo>
                    <a:pt x="48368" y="5976"/>
                  </a:lnTo>
                  <a:cubicBezTo>
                    <a:pt x="58275" y="5976"/>
                    <a:pt x="77122" y="5176"/>
                    <a:pt x="69550" y="1840"/>
                  </a:cubicBezTo>
                  <a:cubicBezTo>
                    <a:pt x="67971" y="1141"/>
                    <a:pt x="66477" y="882"/>
                    <a:pt x="65071" y="882"/>
                  </a:cubicBezTo>
                  <a:cubicBezTo>
                    <a:pt x="60998" y="882"/>
                    <a:pt x="57666" y="3061"/>
                    <a:pt x="55157" y="3061"/>
                  </a:cubicBezTo>
                  <a:cubicBezTo>
                    <a:pt x="54396" y="3061"/>
                    <a:pt x="53712" y="2861"/>
                    <a:pt x="53105" y="2340"/>
                  </a:cubicBezTo>
                  <a:cubicBezTo>
                    <a:pt x="51325" y="812"/>
                    <a:pt x="48944" y="1"/>
                    <a:pt x="464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7058346" y="2016194"/>
              <a:ext cx="1471042" cy="114032"/>
            </a:xfrm>
            <a:custGeom>
              <a:rect b="b" l="l" r="r" t="t"/>
              <a:pathLst>
                <a:path extrusionOk="0" h="4564" w="58877">
                  <a:moveTo>
                    <a:pt x="35451" y="0"/>
                  </a:moveTo>
                  <a:cubicBezTo>
                    <a:pt x="33810" y="0"/>
                    <a:pt x="32092" y="459"/>
                    <a:pt x="30523" y="1428"/>
                  </a:cubicBezTo>
                  <a:cubicBezTo>
                    <a:pt x="29658" y="1953"/>
                    <a:pt x="29080" y="2136"/>
                    <a:pt x="28632" y="2136"/>
                  </a:cubicBezTo>
                  <a:cubicBezTo>
                    <a:pt x="27601" y="2136"/>
                    <a:pt x="27258" y="1166"/>
                    <a:pt x="25695" y="1166"/>
                  </a:cubicBezTo>
                  <a:cubicBezTo>
                    <a:pt x="25264" y="1166"/>
                    <a:pt x="24741" y="1239"/>
                    <a:pt x="24085" y="1428"/>
                  </a:cubicBezTo>
                  <a:cubicBezTo>
                    <a:pt x="18347" y="3029"/>
                    <a:pt x="1" y="4563"/>
                    <a:pt x="15612" y="4563"/>
                  </a:cubicBezTo>
                  <a:lnTo>
                    <a:pt x="36927" y="4563"/>
                  </a:lnTo>
                  <a:cubicBezTo>
                    <a:pt x="44499" y="4563"/>
                    <a:pt x="58876" y="3963"/>
                    <a:pt x="53105" y="1428"/>
                  </a:cubicBezTo>
                  <a:cubicBezTo>
                    <a:pt x="51890" y="887"/>
                    <a:pt x="50742" y="686"/>
                    <a:pt x="49662" y="686"/>
                  </a:cubicBezTo>
                  <a:cubicBezTo>
                    <a:pt x="46556" y="686"/>
                    <a:pt x="44019" y="2346"/>
                    <a:pt x="42102" y="2346"/>
                  </a:cubicBezTo>
                  <a:cubicBezTo>
                    <a:pt x="41520" y="2346"/>
                    <a:pt x="40996" y="2193"/>
                    <a:pt x="40530" y="1795"/>
                  </a:cubicBezTo>
                  <a:cubicBezTo>
                    <a:pt x="39182" y="626"/>
                    <a:pt x="37369" y="0"/>
                    <a:pt x="354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" name="Google Shape;60;p5"/>
          <p:cNvGrpSpPr/>
          <p:nvPr/>
        </p:nvGrpSpPr>
        <p:grpSpPr>
          <a:xfrm>
            <a:off x="-61450" y="-56275"/>
            <a:ext cx="9272475" cy="5344891"/>
            <a:chOff x="-61450" y="-56275"/>
            <a:chExt cx="9272475" cy="5344891"/>
          </a:xfrm>
        </p:grpSpPr>
        <p:sp>
          <p:nvSpPr>
            <p:cNvPr id="61" name="Google Shape;61;p5"/>
            <p:cNvSpPr/>
            <p:nvPr/>
          </p:nvSpPr>
          <p:spPr>
            <a:xfrm>
              <a:off x="3223025" y="4848493"/>
              <a:ext cx="368875" cy="374250"/>
            </a:xfrm>
            <a:custGeom>
              <a:rect b="b" l="l" r="r" t="t"/>
              <a:pathLst>
                <a:path extrusionOk="0" h="14970" w="14755">
                  <a:moveTo>
                    <a:pt x="14746" y="0"/>
                  </a:moveTo>
                  <a:cubicBezTo>
                    <a:pt x="14709" y="410"/>
                    <a:pt x="14858" y="1453"/>
                    <a:pt x="14523" y="2458"/>
                  </a:cubicBezTo>
                  <a:cubicBezTo>
                    <a:pt x="14188" y="3464"/>
                    <a:pt x="13742" y="5102"/>
                    <a:pt x="12736" y="6033"/>
                  </a:cubicBezTo>
                  <a:cubicBezTo>
                    <a:pt x="11731" y="6964"/>
                    <a:pt x="9831" y="7337"/>
                    <a:pt x="8490" y="8044"/>
                  </a:cubicBezTo>
                  <a:cubicBezTo>
                    <a:pt x="7149" y="8752"/>
                    <a:pt x="5809" y="9422"/>
                    <a:pt x="4692" y="10278"/>
                  </a:cubicBezTo>
                  <a:cubicBezTo>
                    <a:pt x="3575" y="11135"/>
                    <a:pt x="2569" y="12401"/>
                    <a:pt x="1787" y="13183"/>
                  </a:cubicBezTo>
                  <a:cubicBezTo>
                    <a:pt x="1005" y="13965"/>
                    <a:pt x="298" y="14672"/>
                    <a:pt x="0" y="1497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2" name="Google Shape;62;p5"/>
            <p:cNvSpPr/>
            <p:nvPr/>
          </p:nvSpPr>
          <p:spPr>
            <a:xfrm>
              <a:off x="396586" y="4417229"/>
              <a:ext cx="955203" cy="737316"/>
            </a:xfrm>
            <a:custGeom>
              <a:rect b="b" l="l" r="r" t="t"/>
              <a:pathLst>
                <a:path extrusionOk="0" h="30386" w="37984">
                  <a:moveTo>
                    <a:pt x="0" y="0"/>
                  </a:moveTo>
                  <a:cubicBezTo>
                    <a:pt x="1341" y="1303"/>
                    <a:pt x="6219" y="5549"/>
                    <a:pt x="8044" y="7820"/>
                  </a:cubicBezTo>
                  <a:cubicBezTo>
                    <a:pt x="9869" y="10092"/>
                    <a:pt x="9460" y="12102"/>
                    <a:pt x="10949" y="13629"/>
                  </a:cubicBezTo>
                  <a:cubicBezTo>
                    <a:pt x="12439" y="15156"/>
                    <a:pt x="15082" y="16273"/>
                    <a:pt x="16981" y="16980"/>
                  </a:cubicBezTo>
                  <a:cubicBezTo>
                    <a:pt x="18880" y="17688"/>
                    <a:pt x="20184" y="17278"/>
                    <a:pt x="22344" y="17874"/>
                  </a:cubicBezTo>
                  <a:cubicBezTo>
                    <a:pt x="24504" y="18470"/>
                    <a:pt x="27966" y="19103"/>
                    <a:pt x="29940" y="20555"/>
                  </a:cubicBezTo>
                  <a:cubicBezTo>
                    <a:pt x="31914" y="22007"/>
                    <a:pt x="32845" y="24950"/>
                    <a:pt x="34186" y="26588"/>
                  </a:cubicBezTo>
                  <a:cubicBezTo>
                    <a:pt x="35527" y="28227"/>
                    <a:pt x="37351" y="29753"/>
                    <a:pt x="37984" y="30386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3" name="Google Shape;63;p5"/>
            <p:cNvSpPr/>
            <p:nvPr/>
          </p:nvSpPr>
          <p:spPr>
            <a:xfrm>
              <a:off x="245750" y="4358641"/>
              <a:ext cx="430125" cy="929975"/>
            </a:xfrm>
            <a:custGeom>
              <a:rect b="b" l="l" r="r" t="t"/>
              <a:pathLst>
                <a:path extrusionOk="0" h="37199" w="17205">
                  <a:moveTo>
                    <a:pt x="9385" y="379"/>
                  </a:moveTo>
                  <a:cubicBezTo>
                    <a:pt x="9385" y="342"/>
                    <a:pt x="9906" y="-283"/>
                    <a:pt x="9385" y="156"/>
                  </a:cubicBezTo>
                  <a:cubicBezTo>
                    <a:pt x="8864" y="595"/>
                    <a:pt x="7486" y="1942"/>
                    <a:pt x="6257" y="3014"/>
                  </a:cubicBezTo>
                  <a:cubicBezTo>
                    <a:pt x="5028" y="4086"/>
                    <a:pt x="3055" y="4690"/>
                    <a:pt x="2012" y="6589"/>
                  </a:cubicBezTo>
                  <a:cubicBezTo>
                    <a:pt x="969" y="8488"/>
                    <a:pt x="-36" y="11877"/>
                    <a:pt x="1" y="14409"/>
                  </a:cubicBezTo>
                  <a:cubicBezTo>
                    <a:pt x="38" y="16941"/>
                    <a:pt x="1267" y="19734"/>
                    <a:pt x="2235" y="21782"/>
                  </a:cubicBezTo>
                  <a:cubicBezTo>
                    <a:pt x="3203" y="23830"/>
                    <a:pt x="4097" y="24985"/>
                    <a:pt x="5810" y="26698"/>
                  </a:cubicBezTo>
                  <a:cubicBezTo>
                    <a:pt x="7523" y="28411"/>
                    <a:pt x="10614" y="30310"/>
                    <a:pt x="12513" y="32060"/>
                  </a:cubicBezTo>
                  <a:cubicBezTo>
                    <a:pt x="14412" y="33810"/>
                    <a:pt x="16423" y="36343"/>
                    <a:pt x="17205" y="37199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" name="Google Shape;64;p5"/>
            <p:cNvSpPr/>
            <p:nvPr/>
          </p:nvSpPr>
          <p:spPr>
            <a:xfrm>
              <a:off x="-61450" y="4204956"/>
              <a:ext cx="1843725" cy="813300"/>
            </a:xfrm>
            <a:custGeom>
              <a:rect b="b" l="l" r="r" t="t"/>
              <a:pathLst>
                <a:path extrusionOk="0" h="32532" w="73749">
                  <a:moveTo>
                    <a:pt x="0" y="717"/>
                  </a:moveTo>
                  <a:cubicBezTo>
                    <a:pt x="1564" y="643"/>
                    <a:pt x="6144" y="-511"/>
                    <a:pt x="9384" y="271"/>
                  </a:cubicBezTo>
                  <a:cubicBezTo>
                    <a:pt x="12624" y="1053"/>
                    <a:pt x="16348" y="4256"/>
                    <a:pt x="19439" y="5410"/>
                  </a:cubicBezTo>
                  <a:cubicBezTo>
                    <a:pt x="22530" y="6564"/>
                    <a:pt x="25248" y="6117"/>
                    <a:pt x="27929" y="7197"/>
                  </a:cubicBezTo>
                  <a:cubicBezTo>
                    <a:pt x="30610" y="8277"/>
                    <a:pt x="32323" y="10958"/>
                    <a:pt x="35526" y="11889"/>
                  </a:cubicBezTo>
                  <a:cubicBezTo>
                    <a:pt x="38729" y="12820"/>
                    <a:pt x="43682" y="11517"/>
                    <a:pt x="47145" y="12783"/>
                  </a:cubicBezTo>
                  <a:cubicBezTo>
                    <a:pt x="50608" y="14049"/>
                    <a:pt x="53922" y="17810"/>
                    <a:pt x="56305" y="19486"/>
                  </a:cubicBezTo>
                  <a:cubicBezTo>
                    <a:pt x="58688" y="21162"/>
                    <a:pt x="59444" y="22206"/>
                    <a:pt x="61444" y="22837"/>
                  </a:cubicBezTo>
                  <a:cubicBezTo>
                    <a:pt x="63444" y="23469"/>
                    <a:pt x="66860" y="22611"/>
                    <a:pt x="68303" y="23275"/>
                  </a:cubicBezTo>
                  <a:cubicBezTo>
                    <a:pt x="69746" y="23939"/>
                    <a:pt x="69543" y="25777"/>
                    <a:pt x="70102" y="26819"/>
                  </a:cubicBezTo>
                  <a:cubicBezTo>
                    <a:pt x="70661" y="27861"/>
                    <a:pt x="71048" y="28577"/>
                    <a:pt x="71656" y="29529"/>
                  </a:cubicBezTo>
                  <a:cubicBezTo>
                    <a:pt x="72264" y="30481"/>
                    <a:pt x="73400" y="32032"/>
                    <a:pt x="73749" y="3253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" name="Google Shape;65;p5"/>
            <p:cNvSpPr/>
            <p:nvPr/>
          </p:nvSpPr>
          <p:spPr>
            <a:xfrm>
              <a:off x="1768775" y="4748383"/>
              <a:ext cx="2610525" cy="485550"/>
            </a:xfrm>
            <a:custGeom>
              <a:rect b="b" l="l" r="r" t="t"/>
              <a:pathLst>
                <a:path extrusionOk="0" h="19422" w="104421">
                  <a:moveTo>
                    <a:pt x="0" y="10184"/>
                  </a:moveTo>
                  <a:cubicBezTo>
                    <a:pt x="1446" y="10563"/>
                    <a:pt x="5536" y="12481"/>
                    <a:pt x="8677" y="12457"/>
                  </a:cubicBezTo>
                  <a:cubicBezTo>
                    <a:pt x="11818" y="12433"/>
                    <a:pt x="15476" y="10292"/>
                    <a:pt x="18846" y="10038"/>
                  </a:cubicBezTo>
                  <a:cubicBezTo>
                    <a:pt x="22217" y="9784"/>
                    <a:pt x="26023" y="10613"/>
                    <a:pt x="28900" y="10931"/>
                  </a:cubicBezTo>
                  <a:cubicBezTo>
                    <a:pt x="31777" y="11250"/>
                    <a:pt x="33953" y="12167"/>
                    <a:pt x="36110" y="11949"/>
                  </a:cubicBezTo>
                  <a:cubicBezTo>
                    <a:pt x="38267" y="11731"/>
                    <a:pt x="39141" y="10740"/>
                    <a:pt x="41841" y="9621"/>
                  </a:cubicBezTo>
                  <a:cubicBezTo>
                    <a:pt x="44542" y="8502"/>
                    <a:pt x="49481" y="6389"/>
                    <a:pt x="52313" y="5234"/>
                  </a:cubicBezTo>
                  <a:cubicBezTo>
                    <a:pt x="55145" y="4079"/>
                    <a:pt x="56176" y="2925"/>
                    <a:pt x="58834" y="2691"/>
                  </a:cubicBezTo>
                  <a:cubicBezTo>
                    <a:pt x="61492" y="2458"/>
                    <a:pt x="65382" y="3767"/>
                    <a:pt x="68263" y="3833"/>
                  </a:cubicBezTo>
                  <a:cubicBezTo>
                    <a:pt x="71144" y="3899"/>
                    <a:pt x="73960" y="3726"/>
                    <a:pt x="76120" y="3088"/>
                  </a:cubicBezTo>
                  <a:cubicBezTo>
                    <a:pt x="78280" y="2450"/>
                    <a:pt x="78288" y="-124"/>
                    <a:pt x="81222" y="5"/>
                  </a:cubicBezTo>
                  <a:cubicBezTo>
                    <a:pt x="84156" y="134"/>
                    <a:pt x="89856" y="627"/>
                    <a:pt x="93722" y="3863"/>
                  </a:cubicBezTo>
                  <a:cubicBezTo>
                    <a:pt x="97589" y="7099"/>
                    <a:pt x="102638" y="16829"/>
                    <a:pt x="104421" y="1942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6" name="Google Shape;66;p5"/>
            <p:cNvSpPr/>
            <p:nvPr/>
          </p:nvSpPr>
          <p:spPr>
            <a:xfrm>
              <a:off x="1066900" y="5010493"/>
              <a:ext cx="709400" cy="262525"/>
            </a:xfrm>
            <a:custGeom>
              <a:rect b="b" l="l" r="r" t="t"/>
              <a:pathLst>
                <a:path extrusionOk="0" h="10501" w="28376">
                  <a:moveTo>
                    <a:pt x="28376" y="0"/>
                  </a:moveTo>
                  <a:cubicBezTo>
                    <a:pt x="27706" y="447"/>
                    <a:pt x="25993" y="2197"/>
                    <a:pt x="24354" y="2681"/>
                  </a:cubicBezTo>
                  <a:cubicBezTo>
                    <a:pt x="22716" y="3165"/>
                    <a:pt x="20817" y="2830"/>
                    <a:pt x="18545" y="2904"/>
                  </a:cubicBezTo>
                  <a:cubicBezTo>
                    <a:pt x="16274" y="2979"/>
                    <a:pt x="12401" y="2830"/>
                    <a:pt x="10725" y="3128"/>
                  </a:cubicBezTo>
                  <a:cubicBezTo>
                    <a:pt x="9049" y="3426"/>
                    <a:pt x="9682" y="4134"/>
                    <a:pt x="8490" y="4692"/>
                  </a:cubicBezTo>
                  <a:cubicBezTo>
                    <a:pt x="7298" y="5251"/>
                    <a:pt x="4990" y="5511"/>
                    <a:pt x="3575" y="6479"/>
                  </a:cubicBezTo>
                  <a:cubicBezTo>
                    <a:pt x="2160" y="7447"/>
                    <a:pt x="596" y="9831"/>
                    <a:pt x="0" y="105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7" name="Google Shape;67;p5"/>
            <p:cNvGrpSpPr/>
            <p:nvPr/>
          </p:nvGrpSpPr>
          <p:grpSpPr>
            <a:xfrm>
              <a:off x="6570175" y="-56275"/>
              <a:ext cx="2640850" cy="676300"/>
              <a:chOff x="6570175" y="-56275"/>
              <a:chExt cx="2640850" cy="676300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7900575" y="-25600"/>
                <a:ext cx="317250" cy="240500"/>
              </a:xfrm>
              <a:custGeom>
                <a:rect b="b" l="l" r="r" t="t"/>
                <a:pathLst>
                  <a:path extrusionOk="0" h="9620" w="12690">
                    <a:moveTo>
                      <a:pt x="0" y="9620"/>
                    </a:moveTo>
                    <a:cubicBezTo>
                      <a:pt x="853" y="9415"/>
                      <a:pt x="3480" y="9040"/>
                      <a:pt x="5117" y="8392"/>
                    </a:cubicBezTo>
                    <a:cubicBezTo>
                      <a:pt x="6754" y="7744"/>
                      <a:pt x="9005" y="6686"/>
                      <a:pt x="9824" y="5731"/>
                    </a:cubicBezTo>
                    <a:cubicBezTo>
                      <a:pt x="10643" y="4776"/>
                      <a:pt x="9551" y="3616"/>
                      <a:pt x="10029" y="2661"/>
                    </a:cubicBezTo>
                    <a:cubicBezTo>
                      <a:pt x="10507" y="1706"/>
                      <a:pt x="12247" y="444"/>
                      <a:pt x="1269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9" name="Google Shape;69;p5"/>
              <p:cNvSpPr/>
              <p:nvPr/>
            </p:nvSpPr>
            <p:spPr>
              <a:xfrm>
                <a:off x="8843507" y="368825"/>
                <a:ext cx="317249" cy="92100"/>
              </a:xfrm>
              <a:custGeom>
                <a:rect b="b" l="l" r="r" t="t"/>
                <a:pathLst>
                  <a:path extrusionOk="0" h="3684" w="10030">
                    <a:moveTo>
                      <a:pt x="0" y="3684"/>
                    </a:moveTo>
                    <a:cubicBezTo>
                      <a:pt x="1024" y="3445"/>
                      <a:pt x="4640" y="2558"/>
                      <a:pt x="6141" y="2251"/>
                    </a:cubicBezTo>
                    <a:cubicBezTo>
                      <a:pt x="7642" y="1944"/>
                      <a:pt x="8358" y="2217"/>
                      <a:pt x="9006" y="1842"/>
                    </a:cubicBezTo>
                    <a:cubicBezTo>
                      <a:pt x="9654" y="1467"/>
                      <a:pt x="9859" y="307"/>
                      <a:pt x="1003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0" name="Google Shape;70;p5"/>
              <p:cNvSpPr/>
              <p:nvPr/>
            </p:nvSpPr>
            <p:spPr>
              <a:xfrm>
                <a:off x="6570175" y="-56275"/>
                <a:ext cx="2640850" cy="676300"/>
              </a:xfrm>
              <a:custGeom>
                <a:rect b="b" l="l" r="r" t="t"/>
                <a:pathLst>
                  <a:path extrusionOk="0" h="27052" w="105634">
                    <a:moveTo>
                      <a:pt x="0" y="0"/>
                    </a:moveTo>
                    <a:cubicBezTo>
                      <a:pt x="2831" y="1058"/>
                      <a:pt x="12349" y="5288"/>
                      <a:pt x="16988" y="6345"/>
                    </a:cubicBezTo>
                    <a:cubicBezTo>
                      <a:pt x="21627" y="7403"/>
                      <a:pt x="23777" y="6209"/>
                      <a:pt x="27836" y="6345"/>
                    </a:cubicBezTo>
                    <a:cubicBezTo>
                      <a:pt x="31896" y="6481"/>
                      <a:pt x="37524" y="6617"/>
                      <a:pt x="41345" y="7163"/>
                    </a:cubicBezTo>
                    <a:cubicBezTo>
                      <a:pt x="45166" y="7709"/>
                      <a:pt x="47792" y="8596"/>
                      <a:pt x="50760" y="9619"/>
                    </a:cubicBezTo>
                    <a:cubicBezTo>
                      <a:pt x="53728" y="10643"/>
                      <a:pt x="55263" y="12451"/>
                      <a:pt x="59152" y="13304"/>
                    </a:cubicBezTo>
                    <a:cubicBezTo>
                      <a:pt x="63041" y="14157"/>
                      <a:pt x="69147" y="13952"/>
                      <a:pt x="74093" y="14736"/>
                    </a:cubicBezTo>
                    <a:cubicBezTo>
                      <a:pt x="79039" y="15521"/>
                      <a:pt x="85212" y="16107"/>
                      <a:pt x="88830" y="18011"/>
                    </a:cubicBezTo>
                    <a:cubicBezTo>
                      <a:pt x="92448" y="19915"/>
                      <a:pt x="93635" y="25024"/>
                      <a:pt x="95803" y="26158"/>
                    </a:cubicBezTo>
                    <a:cubicBezTo>
                      <a:pt x="97971" y="27293"/>
                      <a:pt x="100198" y="24669"/>
                      <a:pt x="101836" y="24818"/>
                    </a:cubicBezTo>
                    <a:cubicBezTo>
                      <a:pt x="103475" y="24967"/>
                      <a:pt x="105001" y="26680"/>
                      <a:pt x="105634" y="27052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 rot="10800000">
            <a:off x="7317425" y="4569225"/>
            <a:ext cx="4365049" cy="2926215"/>
          </a:xfrm>
          <a:custGeom>
            <a:rect b="b" l="l" r="r" t="t"/>
            <a:pathLst>
              <a:path extrusionOk="0" h="72873" w="108705">
                <a:moveTo>
                  <a:pt x="21537" y="1"/>
                </a:moveTo>
                <a:cubicBezTo>
                  <a:pt x="20162" y="1"/>
                  <a:pt x="18789" y="150"/>
                  <a:pt x="17443" y="467"/>
                </a:cubicBezTo>
                <a:cubicBezTo>
                  <a:pt x="14872" y="1098"/>
                  <a:pt x="12455" y="2265"/>
                  <a:pt x="10359" y="3908"/>
                </a:cubicBezTo>
                <a:cubicBezTo>
                  <a:pt x="6704" y="6778"/>
                  <a:pt x="3942" y="10623"/>
                  <a:pt x="2406" y="15005"/>
                </a:cubicBezTo>
                <a:cubicBezTo>
                  <a:pt x="1" y="21887"/>
                  <a:pt x="465" y="29495"/>
                  <a:pt x="2322" y="36531"/>
                </a:cubicBezTo>
                <a:cubicBezTo>
                  <a:pt x="4632" y="45258"/>
                  <a:pt x="9169" y="53486"/>
                  <a:pt x="15872" y="59546"/>
                </a:cubicBezTo>
                <a:cubicBezTo>
                  <a:pt x="23444" y="66392"/>
                  <a:pt x="33433" y="70119"/>
                  <a:pt x="43494" y="71845"/>
                </a:cubicBezTo>
                <a:cubicBezTo>
                  <a:pt x="47363" y="72508"/>
                  <a:pt x="51330" y="72873"/>
                  <a:pt x="55287" y="72873"/>
                </a:cubicBezTo>
                <a:cubicBezTo>
                  <a:pt x="64894" y="72873"/>
                  <a:pt x="74447" y="70724"/>
                  <a:pt x="82416" y="65487"/>
                </a:cubicBezTo>
                <a:cubicBezTo>
                  <a:pt x="89512" y="60832"/>
                  <a:pt x="95001" y="53926"/>
                  <a:pt x="98477" y="46187"/>
                </a:cubicBezTo>
                <a:cubicBezTo>
                  <a:pt x="103121" y="35876"/>
                  <a:pt x="108705" y="15064"/>
                  <a:pt x="94846" y="9135"/>
                </a:cubicBezTo>
                <a:cubicBezTo>
                  <a:pt x="93101" y="8418"/>
                  <a:pt x="91265" y="8067"/>
                  <a:pt x="89441" y="8067"/>
                </a:cubicBezTo>
                <a:cubicBezTo>
                  <a:pt x="86087" y="8067"/>
                  <a:pt x="82776" y="9253"/>
                  <a:pt x="80154" y="11528"/>
                </a:cubicBezTo>
                <a:cubicBezTo>
                  <a:pt x="75213" y="15922"/>
                  <a:pt x="74046" y="23101"/>
                  <a:pt x="70521" y="28685"/>
                </a:cubicBezTo>
                <a:cubicBezTo>
                  <a:pt x="68509" y="31876"/>
                  <a:pt x="65592" y="34614"/>
                  <a:pt x="62020" y="35829"/>
                </a:cubicBezTo>
                <a:cubicBezTo>
                  <a:pt x="60773" y="36255"/>
                  <a:pt x="59446" y="36475"/>
                  <a:pt x="58124" y="36475"/>
                </a:cubicBezTo>
                <a:cubicBezTo>
                  <a:pt x="55647" y="36475"/>
                  <a:pt x="53192" y="35705"/>
                  <a:pt x="51329" y="34090"/>
                </a:cubicBezTo>
                <a:cubicBezTo>
                  <a:pt x="47280" y="30578"/>
                  <a:pt x="46899" y="24613"/>
                  <a:pt x="45244" y="19839"/>
                </a:cubicBezTo>
                <a:cubicBezTo>
                  <a:pt x="43363" y="14433"/>
                  <a:pt x="40161" y="9040"/>
                  <a:pt x="35839" y="5408"/>
                </a:cubicBezTo>
                <a:cubicBezTo>
                  <a:pt x="31934" y="2124"/>
                  <a:pt x="26720" y="1"/>
                  <a:pt x="215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grpSp>
        <p:nvGrpSpPr>
          <p:cNvPr id="74" name="Google Shape;74;p6"/>
          <p:cNvGrpSpPr/>
          <p:nvPr/>
        </p:nvGrpSpPr>
        <p:grpSpPr>
          <a:xfrm>
            <a:off x="-1408689" y="-1051988"/>
            <a:ext cx="11954968" cy="7456655"/>
            <a:chOff x="-1408689" y="-1051988"/>
            <a:chExt cx="11954968" cy="7456655"/>
          </a:xfrm>
        </p:grpSpPr>
        <p:grpSp>
          <p:nvGrpSpPr>
            <p:cNvPr id="75" name="Google Shape;75;p6"/>
            <p:cNvGrpSpPr/>
            <p:nvPr/>
          </p:nvGrpSpPr>
          <p:grpSpPr>
            <a:xfrm>
              <a:off x="-73800" y="-1051988"/>
              <a:ext cx="10620079" cy="6329294"/>
              <a:chOff x="-73800" y="-1051988"/>
              <a:chExt cx="10620079" cy="6329294"/>
            </a:xfrm>
          </p:grpSpPr>
          <p:sp>
            <p:nvSpPr>
              <p:cNvPr id="76" name="Google Shape;76;p6"/>
              <p:cNvSpPr/>
              <p:nvPr/>
            </p:nvSpPr>
            <p:spPr>
              <a:xfrm>
                <a:off x="-67650" y="657975"/>
                <a:ext cx="719475" cy="468875"/>
              </a:xfrm>
              <a:custGeom>
                <a:rect b="b" l="l" r="r" t="t"/>
                <a:pathLst>
                  <a:path extrusionOk="0" h="18755" w="28779">
                    <a:moveTo>
                      <a:pt x="28779" y="18694"/>
                    </a:moveTo>
                    <a:cubicBezTo>
                      <a:pt x="27098" y="18530"/>
                      <a:pt x="21523" y="19268"/>
                      <a:pt x="18694" y="17710"/>
                    </a:cubicBezTo>
                    <a:cubicBezTo>
                      <a:pt x="15865" y="16152"/>
                      <a:pt x="13652" y="11561"/>
                      <a:pt x="11807" y="9347"/>
                    </a:cubicBezTo>
                    <a:cubicBezTo>
                      <a:pt x="9962" y="7133"/>
                      <a:pt x="9593" y="5985"/>
                      <a:pt x="7625" y="4427"/>
                    </a:cubicBezTo>
                    <a:cubicBezTo>
                      <a:pt x="5657" y="2869"/>
                      <a:pt x="1271" y="738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7" name="Google Shape;77;p6"/>
              <p:cNvSpPr/>
              <p:nvPr/>
            </p:nvSpPr>
            <p:spPr>
              <a:xfrm>
                <a:off x="591385" y="-122975"/>
                <a:ext cx="233375" cy="780950"/>
              </a:xfrm>
              <a:custGeom>
                <a:rect b="b" l="l" r="r" t="t"/>
                <a:pathLst>
                  <a:path extrusionOk="0" h="31238" w="9335">
                    <a:moveTo>
                      <a:pt x="696" y="0"/>
                    </a:moveTo>
                    <a:cubicBezTo>
                      <a:pt x="2131" y="1681"/>
                      <a:pt x="9059" y="6764"/>
                      <a:pt x="9305" y="10084"/>
                    </a:cubicBezTo>
                    <a:cubicBezTo>
                      <a:pt x="9551" y="13405"/>
                      <a:pt x="3648" y="17258"/>
                      <a:pt x="2172" y="19923"/>
                    </a:cubicBezTo>
                    <a:cubicBezTo>
                      <a:pt x="696" y="22588"/>
                      <a:pt x="-739" y="24187"/>
                      <a:pt x="450" y="26073"/>
                    </a:cubicBezTo>
                    <a:cubicBezTo>
                      <a:pt x="1639" y="27959"/>
                      <a:pt x="7829" y="30377"/>
                      <a:pt x="9305" y="31238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8" name="Google Shape;78;p6"/>
              <p:cNvSpPr/>
              <p:nvPr/>
            </p:nvSpPr>
            <p:spPr>
              <a:xfrm>
                <a:off x="-49200" y="192420"/>
                <a:ext cx="842450" cy="1271100"/>
              </a:xfrm>
              <a:custGeom>
                <a:rect b="b" l="l" r="r" t="t"/>
                <a:pathLst>
                  <a:path extrusionOk="0" h="50844" w="33698">
                    <a:moveTo>
                      <a:pt x="0" y="50844"/>
                    </a:moveTo>
                    <a:cubicBezTo>
                      <a:pt x="738" y="48548"/>
                      <a:pt x="3567" y="41825"/>
                      <a:pt x="4428" y="37070"/>
                    </a:cubicBezTo>
                    <a:cubicBezTo>
                      <a:pt x="5289" y="32315"/>
                      <a:pt x="4756" y="26863"/>
                      <a:pt x="5166" y="22312"/>
                    </a:cubicBezTo>
                    <a:cubicBezTo>
                      <a:pt x="5576" y="17762"/>
                      <a:pt x="5534" y="13293"/>
                      <a:pt x="6887" y="9767"/>
                    </a:cubicBezTo>
                    <a:cubicBezTo>
                      <a:pt x="8240" y="6241"/>
                      <a:pt x="10700" y="2757"/>
                      <a:pt x="13283" y="1158"/>
                    </a:cubicBezTo>
                    <a:cubicBezTo>
                      <a:pt x="15866" y="-441"/>
                      <a:pt x="18982" y="133"/>
                      <a:pt x="22384" y="174"/>
                    </a:cubicBezTo>
                    <a:cubicBezTo>
                      <a:pt x="25787" y="215"/>
                      <a:pt x="31812" y="1199"/>
                      <a:pt x="33698" y="1404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9" name="Google Shape;79;p6"/>
              <p:cNvSpPr/>
              <p:nvPr/>
            </p:nvSpPr>
            <p:spPr>
              <a:xfrm>
                <a:off x="-73800" y="-249562"/>
                <a:ext cx="2084622" cy="3474345"/>
              </a:xfrm>
              <a:custGeom>
                <a:rect b="b" l="l" r="r" t="t"/>
                <a:pathLst>
                  <a:path extrusionOk="0" h="134054" w="80433">
                    <a:moveTo>
                      <a:pt x="0" y="134054"/>
                    </a:moveTo>
                    <a:cubicBezTo>
                      <a:pt x="1968" y="131553"/>
                      <a:pt x="9306" y="125609"/>
                      <a:pt x="11807" y="119050"/>
                    </a:cubicBezTo>
                    <a:cubicBezTo>
                      <a:pt x="14308" y="112491"/>
                      <a:pt x="13118" y="102570"/>
                      <a:pt x="15004" y="94699"/>
                    </a:cubicBezTo>
                    <a:cubicBezTo>
                      <a:pt x="16890" y="86828"/>
                      <a:pt x="20333" y="80925"/>
                      <a:pt x="23121" y="71824"/>
                    </a:cubicBezTo>
                    <a:cubicBezTo>
                      <a:pt x="25909" y="62723"/>
                      <a:pt x="28737" y="47636"/>
                      <a:pt x="31730" y="40093"/>
                    </a:cubicBezTo>
                    <a:cubicBezTo>
                      <a:pt x="34723" y="32550"/>
                      <a:pt x="34354" y="32304"/>
                      <a:pt x="41077" y="26565"/>
                    </a:cubicBezTo>
                    <a:cubicBezTo>
                      <a:pt x="47800" y="20826"/>
                      <a:pt x="65511" y="10085"/>
                      <a:pt x="72070" y="5657"/>
                    </a:cubicBezTo>
                    <a:cubicBezTo>
                      <a:pt x="78629" y="1230"/>
                      <a:pt x="79039" y="943"/>
                      <a:pt x="80433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0" name="Google Shape;80;p6"/>
              <p:cNvSpPr/>
              <p:nvPr/>
            </p:nvSpPr>
            <p:spPr>
              <a:xfrm flipH="1" rot="2497583">
                <a:off x="8493258" y="-659075"/>
                <a:ext cx="1766335" cy="1534592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>
                <a:off x="7681481" y="4063425"/>
                <a:ext cx="1547531" cy="1213880"/>
              </a:xfrm>
              <a:custGeom>
                <a:rect b="b" l="l" r="r" t="t"/>
                <a:pathLst>
                  <a:path extrusionOk="0" h="42061" w="53622">
                    <a:moveTo>
                      <a:pt x="53622" y="0"/>
                    </a:moveTo>
                    <a:cubicBezTo>
                      <a:pt x="52515" y="1517"/>
                      <a:pt x="49400" y="5453"/>
                      <a:pt x="46981" y="9101"/>
                    </a:cubicBezTo>
                    <a:cubicBezTo>
                      <a:pt x="44562" y="12750"/>
                      <a:pt x="41201" y="18734"/>
                      <a:pt x="39110" y="21891"/>
                    </a:cubicBezTo>
                    <a:cubicBezTo>
                      <a:pt x="37019" y="25048"/>
                      <a:pt x="36896" y="26237"/>
                      <a:pt x="34436" y="28041"/>
                    </a:cubicBezTo>
                    <a:cubicBezTo>
                      <a:pt x="31976" y="29845"/>
                      <a:pt x="28287" y="31320"/>
                      <a:pt x="24351" y="32714"/>
                    </a:cubicBezTo>
                    <a:cubicBezTo>
                      <a:pt x="20416" y="34108"/>
                      <a:pt x="14882" y="34846"/>
                      <a:pt x="10823" y="36404"/>
                    </a:cubicBezTo>
                    <a:cubicBezTo>
                      <a:pt x="6765" y="37962"/>
                      <a:pt x="1804" y="41118"/>
                      <a:pt x="0" y="42061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2" name="Google Shape;82;p6"/>
            <p:cNvSpPr/>
            <p:nvPr/>
          </p:nvSpPr>
          <p:spPr>
            <a:xfrm rot="2700000">
              <a:off x="-1158376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7"/>
          <p:cNvGrpSpPr/>
          <p:nvPr/>
        </p:nvGrpSpPr>
        <p:grpSpPr>
          <a:xfrm>
            <a:off x="-35825" y="2983175"/>
            <a:ext cx="9205400" cy="2292399"/>
            <a:chOff x="-35825" y="2983175"/>
            <a:chExt cx="9205400" cy="2292399"/>
          </a:xfrm>
        </p:grpSpPr>
        <p:sp>
          <p:nvSpPr>
            <p:cNvPr id="85" name="Google Shape;85;p7"/>
            <p:cNvSpPr/>
            <p:nvPr/>
          </p:nvSpPr>
          <p:spPr>
            <a:xfrm>
              <a:off x="8737575" y="4559200"/>
              <a:ext cx="150500" cy="660100"/>
            </a:xfrm>
            <a:custGeom>
              <a:rect b="b" l="l" r="r" t="t"/>
              <a:pathLst>
                <a:path extrusionOk="0" h="26404" w="6020">
                  <a:moveTo>
                    <a:pt x="1520" y="0"/>
                  </a:moveTo>
                  <a:cubicBezTo>
                    <a:pt x="2236" y="1399"/>
                    <a:pt x="5272" y="5765"/>
                    <a:pt x="5818" y="8392"/>
                  </a:cubicBezTo>
                  <a:cubicBezTo>
                    <a:pt x="6364" y="11019"/>
                    <a:pt x="5716" y="13407"/>
                    <a:pt x="4795" y="15761"/>
                  </a:cubicBezTo>
                  <a:cubicBezTo>
                    <a:pt x="3874" y="18115"/>
                    <a:pt x="1008" y="20741"/>
                    <a:pt x="292" y="22515"/>
                  </a:cubicBezTo>
                  <a:cubicBezTo>
                    <a:pt x="-424" y="24289"/>
                    <a:pt x="463" y="25756"/>
                    <a:pt x="497" y="26404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86" name="Google Shape;86;p7"/>
            <p:cNvGrpSpPr/>
            <p:nvPr/>
          </p:nvGrpSpPr>
          <p:grpSpPr>
            <a:xfrm>
              <a:off x="-35825" y="2983175"/>
              <a:ext cx="1985371" cy="2292399"/>
              <a:chOff x="-35825" y="2983175"/>
              <a:chExt cx="1985371" cy="2292399"/>
            </a:xfrm>
          </p:grpSpPr>
          <p:sp>
            <p:nvSpPr>
              <p:cNvPr id="87" name="Google Shape;87;p7"/>
              <p:cNvSpPr/>
              <p:nvPr/>
            </p:nvSpPr>
            <p:spPr>
              <a:xfrm>
                <a:off x="85496" y="4604824"/>
                <a:ext cx="1864050" cy="670750"/>
              </a:xfrm>
              <a:custGeom>
                <a:rect b="b" l="l" r="r" t="t"/>
                <a:pathLst>
                  <a:path extrusionOk="0" h="26830" w="74562">
                    <a:moveTo>
                      <a:pt x="60" y="25602"/>
                    </a:moveTo>
                    <a:cubicBezTo>
                      <a:pt x="60" y="24033"/>
                      <a:pt x="26" y="18848"/>
                      <a:pt x="60" y="16187"/>
                    </a:cubicBezTo>
                    <a:cubicBezTo>
                      <a:pt x="94" y="13526"/>
                      <a:pt x="-179" y="11377"/>
                      <a:pt x="264" y="9637"/>
                    </a:cubicBezTo>
                    <a:cubicBezTo>
                      <a:pt x="707" y="7897"/>
                      <a:pt x="1390" y="6840"/>
                      <a:pt x="2720" y="5748"/>
                    </a:cubicBezTo>
                    <a:cubicBezTo>
                      <a:pt x="4051" y="4657"/>
                      <a:pt x="5859" y="3566"/>
                      <a:pt x="8247" y="3088"/>
                    </a:cubicBezTo>
                    <a:cubicBezTo>
                      <a:pt x="10635" y="2611"/>
                      <a:pt x="14251" y="3395"/>
                      <a:pt x="17048" y="2883"/>
                    </a:cubicBezTo>
                    <a:cubicBezTo>
                      <a:pt x="19845" y="2371"/>
                      <a:pt x="21994" y="-51"/>
                      <a:pt x="25030" y="17"/>
                    </a:cubicBezTo>
                    <a:cubicBezTo>
                      <a:pt x="28066" y="85"/>
                      <a:pt x="32535" y="1893"/>
                      <a:pt x="35264" y="3292"/>
                    </a:cubicBezTo>
                    <a:cubicBezTo>
                      <a:pt x="37993" y="4691"/>
                      <a:pt x="38471" y="6874"/>
                      <a:pt x="41405" y="8409"/>
                    </a:cubicBezTo>
                    <a:cubicBezTo>
                      <a:pt x="44339" y="9944"/>
                      <a:pt x="49968" y="11241"/>
                      <a:pt x="52867" y="12503"/>
                    </a:cubicBezTo>
                    <a:cubicBezTo>
                      <a:pt x="55767" y="13765"/>
                      <a:pt x="56551" y="14140"/>
                      <a:pt x="58802" y="15982"/>
                    </a:cubicBezTo>
                    <a:cubicBezTo>
                      <a:pt x="61053" y="17824"/>
                      <a:pt x="63748" y="21747"/>
                      <a:pt x="66375" y="23555"/>
                    </a:cubicBezTo>
                    <a:cubicBezTo>
                      <a:pt x="69002" y="25363"/>
                      <a:pt x="73198" y="26284"/>
                      <a:pt x="74562" y="2683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8" name="Google Shape;88;p7"/>
              <p:cNvSpPr/>
              <p:nvPr/>
            </p:nvSpPr>
            <p:spPr>
              <a:xfrm>
                <a:off x="-35825" y="2983175"/>
                <a:ext cx="733425" cy="2282175"/>
              </a:xfrm>
              <a:custGeom>
                <a:rect b="b" l="l" r="r" t="t"/>
                <a:pathLst>
                  <a:path extrusionOk="0" h="91287" w="29337">
                    <a:moveTo>
                      <a:pt x="0" y="0"/>
                    </a:moveTo>
                    <a:cubicBezTo>
                      <a:pt x="1126" y="1160"/>
                      <a:pt x="4299" y="3104"/>
                      <a:pt x="6755" y="6959"/>
                    </a:cubicBezTo>
                    <a:cubicBezTo>
                      <a:pt x="9211" y="10814"/>
                      <a:pt x="12929" y="18251"/>
                      <a:pt x="14737" y="23129"/>
                    </a:cubicBezTo>
                    <a:cubicBezTo>
                      <a:pt x="16545" y="28007"/>
                      <a:pt x="17364" y="32100"/>
                      <a:pt x="17603" y="36228"/>
                    </a:cubicBezTo>
                    <a:cubicBezTo>
                      <a:pt x="17842" y="40356"/>
                      <a:pt x="16477" y="44313"/>
                      <a:pt x="16170" y="47895"/>
                    </a:cubicBezTo>
                    <a:cubicBezTo>
                      <a:pt x="15863" y="51477"/>
                      <a:pt x="15146" y="54752"/>
                      <a:pt x="15760" y="57720"/>
                    </a:cubicBezTo>
                    <a:cubicBezTo>
                      <a:pt x="16374" y="60688"/>
                      <a:pt x="17910" y="62837"/>
                      <a:pt x="19854" y="65702"/>
                    </a:cubicBezTo>
                    <a:cubicBezTo>
                      <a:pt x="21799" y="68568"/>
                      <a:pt x="25926" y="72730"/>
                      <a:pt x="27427" y="74913"/>
                    </a:cubicBezTo>
                    <a:cubicBezTo>
                      <a:pt x="28928" y="77096"/>
                      <a:pt x="28553" y="76926"/>
                      <a:pt x="28860" y="78802"/>
                    </a:cubicBezTo>
                    <a:cubicBezTo>
                      <a:pt x="29167" y="80678"/>
                      <a:pt x="29201" y="84089"/>
                      <a:pt x="29269" y="86170"/>
                    </a:cubicBezTo>
                    <a:cubicBezTo>
                      <a:pt x="29337" y="88251"/>
                      <a:pt x="29269" y="90434"/>
                      <a:pt x="29269" y="91287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89" name="Google Shape;89;p7"/>
            <p:cNvSpPr/>
            <p:nvPr/>
          </p:nvSpPr>
          <p:spPr>
            <a:xfrm>
              <a:off x="8141075" y="4190775"/>
              <a:ext cx="1028500" cy="1043875"/>
            </a:xfrm>
            <a:custGeom>
              <a:rect b="b" l="l" r="r" t="t"/>
              <a:pathLst>
                <a:path extrusionOk="0" h="41755" w="41140">
                  <a:moveTo>
                    <a:pt x="41140" y="0"/>
                  </a:moveTo>
                  <a:cubicBezTo>
                    <a:pt x="40151" y="512"/>
                    <a:pt x="36570" y="1877"/>
                    <a:pt x="35205" y="3071"/>
                  </a:cubicBezTo>
                  <a:cubicBezTo>
                    <a:pt x="33841" y="4265"/>
                    <a:pt x="33670" y="5697"/>
                    <a:pt x="32953" y="7164"/>
                  </a:cubicBezTo>
                  <a:cubicBezTo>
                    <a:pt x="32237" y="8631"/>
                    <a:pt x="32271" y="10644"/>
                    <a:pt x="30906" y="11872"/>
                  </a:cubicBezTo>
                  <a:cubicBezTo>
                    <a:pt x="29542" y="13100"/>
                    <a:pt x="26472" y="13783"/>
                    <a:pt x="24766" y="14533"/>
                  </a:cubicBezTo>
                  <a:cubicBezTo>
                    <a:pt x="23061" y="15284"/>
                    <a:pt x="21901" y="14704"/>
                    <a:pt x="20673" y="16375"/>
                  </a:cubicBezTo>
                  <a:cubicBezTo>
                    <a:pt x="19445" y="18047"/>
                    <a:pt x="18319" y="22788"/>
                    <a:pt x="17398" y="24562"/>
                  </a:cubicBezTo>
                  <a:cubicBezTo>
                    <a:pt x="16477" y="26336"/>
                    <a:pt x="16135" y="26370"/>
                    <a:pt x="15146" y="27018"/>
                  </a:cubicBezTo>
                  <a:cubicBezTo>
                    <a:pt x="14157" y="27666"/>
                    <a:pt x="12622" y="27496"/>
                    <a:pt x="11462" y="28451"/>
                  </a:cubicBezTo>
                  <a:cubicBezTo>
                    <a:pt x="10302" y="29406"/>
                    <a:pt x="9176" y="31146"/>
                    <a:pt x="8187" y="32749"/>
                  </a:cubicBezTo>
                  <a:cubicBezTo>
                    <a:pt x="7198" y="34352"/>
                    <a:pt x="6891" y="36570"/>
                    <a:pt x="5526" y="38071"/>
                  </a:cubicBezTo>
                  <a:cubicBezTo>
                    <a:pt x="4162" y="39572"/>
                    <a:pt x="921" y="41141"/>
                    <a:pt x="0" y="41755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90" name="Google Shape;90;p7"/>
          <p:cNvSpPr txBox="1"/>
          <p:nvPr>
            <p:ph type="title"/>
          </p:nvPr>
        </p:nvSpPr>
        <p:spPr>
          <a:xfrm>
            <a:off x="886975" y="1055511"/>
            <a:ext cx="39135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7"/>
          <p:cNvSpPr txBox="1"/>
          <p:nvPr>
            <p:ph idx="1" type="body"/>
          </p:nvPr>
        </p:nvSpPr>
        <p:spPr>
          <a:xfrm>
            <a:off x="886975" y="1965300"/>
            <a:ext cx="4312500" cy="21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Char char="⬘"/>
              <a:defRPr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8"/>
          <p:cNvGrpSpPr/>
          <p:nvPr/>
        </p:nvGrpSpPr>
        <p:grpSpPr>
          <a:xfrm>
            <a:off x="-2252073" y="-166025"/>
            <a:ext cx="12575870" cy="5386862"/>
            <a:chOff x="-2252073" y="-166025"/>
            <a:chExt cx="12575870" cy="5386862"/>
          </a:xfrm>
        </p:grpSpPr>
        <p:sp>
          <p:nvSpPr>
            <p:cNvPr id="94" name="Google Shape;94;p8"/>
            <p:cNvSpPr/>
            <p:nvPr/>
          </p:nvSpPr>
          <p:spPr>
            <a:xfrm flipH="1" rot="993073">
              <a:off x="8559736" y="1460242"/>
              <a:ext cx="1599286" cy="1389460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7920300" y="135212"/>
              <a:ext cx="1242150" cy="916325"/>
            </a:xfrm>
            <a:custGeom>
              <a:rect b="b" l="l" r="r" t="t"/>
              <a:pathLst>
                <a:path extrusionOk="0" h="36653" w="49686">
                  <a:moveTo>
                    <a:pt x="0" y="10826"/>
                  </a:moveTo>
                  <a:cubicBezTo>
                    <a:pt x="2337" y="10949"/>
                    <a:pt x="10331" y="12548"/>
                    <a:pt x="14020" y="11564"/>
                  </a:cubicBezTo>
                  <a:cubicBezTo>
                    <a:pt x="17710" y="10580"/>
                    <a:pt x="19677" y="6809"/>
                    <a:pt x="22137" y="4923"/>
                  </a:cubicBezTo>
                  <a:cubicBezTo>
                    <a:pt x="24597" y="3037"/>
                    <a:pt x="26113" y="823"/>
                    <a:pt x="28778" y="249"/>
                  </a:cubicBezTo>
                  <a:cubicBezTo>
                    <a:pt x="31443" y="-325"/>
                    <a:pt x="35583" y="167"/>
                    <a:pt x="38125" y="1479"/>
                  </a:cubicBezTo>
                  <a:cubicBezTo>
                    <a:pt x="40667" y="2791"/>
                    <a:pt x="42758" y="3980"/>
                    <a:pt x="44029" y="8120"/>
                  </a:cubicBezTo>
                  <a:cubicBezTo>
                    <a:pt x="45300" y="12261"/>
                    <a:pt x="45299" y="21977"/>
                    <a:pt x="45750" y="26322"/>
                  </a:cubicBezTo>
                  <a:cubicBezTo>
                    <a:pt x="46201" y="30668"/>
                    <a:pt x="46078" y="32471"/>
                    <a:pt x="46734" y="34193"/>
                  </a:cubicBezTo>
                  <a:cubicBezTo>
                    <a:pt x="47390" y="35915"/>
                    <a:pt x="49194" y="36243"/>
                    <a:pt x="49686" y="36653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6" name="Google Shape;96;p8"/>
            <p:cNvSpPr/>
            <p:nvPr/>
          </p:nvSpPr>
          <p:spPr>
            <a:xfrm>
              <a:off x="1192975" y="3775675"/>
              <a:ext cx="141425" cy="461200"/>
            </a:xfrm>
            <a:custGeom>
              <a:rect b="b" l="l" r="r" t="t"/>
              <a:pathLst>
                <a:path extrusionOk="0" h="18448" w="5657">
                  <a:moveTo>
                    <a:pt x="0" y="18448"/>
                  </a:moveTo>
                  <a:cubicBezTo>
                    <a:pt x="287" y="17833"/>
                    <a:pt x="1434" y="16275"/>
                    <a:pt x="1721" y="14758"/>
                  </a:cubicBezTo>
                  <a:cubicBezTo>
                    <a:pt x="2008" y="13241"/>
                    <a:pt x="1270" y="11028"/>
                    <a:pt x="1721" y="9347"/>
                  </a:cubicBezTo>
                  <a:cubicBezTo>
                    <a:pt x="2172" y="7666"/>
                    <a:pt x="3771" y="6231"/>
                    <a:pt x="4427" y="4673"/>
                  </a:cubicBezTo>
                  <a:cubicBezTo>
                    <a:pt x="5083" y="3115"/>
                    <a:pt x="5452" y="779"/>
                    <a:pt x="5657" y="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7" name="Google Shape;97;p8"/>
            <p:cNvSpPr/>
            <p:nvPr/>
          </p:nvSpPr>
          <p:spPr>
            <a:xfrm flipH="1">
              <a:off x="-2252073" y="1261236"/>
              <a:ext cx="3975897" cy="3454261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-36900" y="2490475"/>
              <a:ext cx="412125" cy="2459700"/>
            </a:xfrm>
            <a:custGeom>
              <a:rect b="b" l="l" r="r" t="t"/>
              <a:pathLst>
                <a:path extrusionOk="0" h="98388" w="16485">
                  <a:moveTo>
                    <a:pt x="15004" y="0"/>
                  </a:moveTo>
                  <a:cubicBezTo>
                    <a:pt x="13938" y="1107"/>
                    <a:pt x="9347" y="3198"/>
                    <a:pt x="8609" y="6641"/>
                  </a:cubicBezTo>
                  <a:cubicBezTo>
                    <a:pt x="7871" y="10085"/>
                    <a:pt x="9429" y="16931"/>
                    <a:pt x="10577" y="20661"/>
                  </a:cubicBezTo>
                  <a:cubicBezTo>
                    <a:pt x="11725" y="24392"/>
                    <a:pt x="14594" y="25580"/>
                    <a:pt x="15496" y="29024"/>
                  </a:cubicBezTo>
                  <a:cubicBezTo>
                    <a:pt x="16398" y="32468"/>
                    <a:pt x="16890" y="38043"/>
                    <a:pt x="15988" y="41323"/>
                  </a:cubicBezTo>
                  <a:cubicBezTo>
                    <a:pt x="15086" y="44603"/>
                    <a:pt x="11971" y="46201"/>
                    <a:pt x="10085" y="48702"/>
                  </a:cubicBezTo>
                  <a:cubicBezTo>
                    <a:pt x="8199" y="51203"/>
                    <a:pt x="5740" y="54154"/>
                    <a:pt x="4674" y="56327"/>
                  </a:cubicBezTo>
                  <a:cubicBezTo>
                    <a:pt x="3608" y="58500"/>
                    <a:pt x="3813" y="59852"/>
                    <a:pt x="3690" y="61738"/>
                  </a:cubicBezTo>
                  <a:cubicBezTo>
                    <a:pt x="3567" y="63624"/>
                    <a:pt x="3075" y="64977"/>
                    <a:pt x="3936" y="67642"/>
                  </a:cubicBezTo>
                  <a:cubicBezTo>
                    <a:pt x="4797" y="70307"/>
                    <a:pt x="8076" y="74939"/>
                    <a:pt x="8855" y="77727"/>
                  </a:cubicBezTo>
                  <a:cubicBezTo>
                    <a:pt x="9634" y="80515"/>
                    <a:pt x="9347" y="81826"/>
                    <a:pt x="8609" y="84368"/>
                  </a:cubicBezTo>
                  <a:cubicBezTo>
                    <a:pt x="7871" y="86910"/>
                    <a:pt x="5863" y="90640"/>
                    <a:pt x="4428" y="92977"/>
                  </a:cubicBezTo>
                  <a:cubicBezTo>
                    <a:pt x="2993" y="95314"/>
                    <a:pt x="738" y="97486"/>
                    <a:pt x="0" y="98388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99" name="Google Shape;99;p8"/>
            <p:cNvSpPr/>
            <p:nvPr/>
          </p:nvSpPr>
          <p:spPr>
            <a:xfrm>
              <a:off x="166025" y="4062114"/>
              <a:ext cx="1734100" cy="736475"/>
            </a:xfrm>
            <a:custGeom>
              <a:rect b="b" l="l" r="r" t="t"/>
              <a:pathLst>
                <a:path extrusionOk="0" h="29459" w="69364">
                  <a:moveTo>
                    <a:pt x="0" y="12893"/>
                  </a:moveTo>
                  <a:cubicBezTo>
                    <a:pt x="1312" y="12729"/>
                    <a:pt x="5329" y="12975"/>
                    <a:pt x="7871" y="11909"/>
                  </a:cubicBezTo>
                  <a:cubicBezTo>
                    <a:pt x="10413" y="10843"/>
                    <a:pt x="13569" y="8220"/>
                    <a:pt x="15250" y="6498"/>
                  </a:cubicBezTo>
                  <a:cubicBezTo>
                    <a:pt x="16931" y="4776"/>
                    <a:pt x="15783" y="2644"/>
                    <a:pt x="17956" y="1578"/>
                  </a:cubicBezTo>
                  <a:cubicBezTo>
                    <a:pt x="20129" y="512"/>
                    <a:pt x="25130" y="20"/>
                    <a:pt x="28287" y="102"/>
                  </a:cubicBezTo>
                  <a:cubicBezTo>
                    <a:pt x="31444" y="184"/>
                    <a:pt x="33739" y="-472"/>
                    <a:pt x="36896" y="2070"/>
                  </a:cubicBezTo>
                  <a:cubicBezTo>
                    <a:pt x="40053" y="4612"/>
                    <a:pt x="44193" y="11704"/>
                    <a:pt x="47227" y="15353"/>
                  </a:cubicBezTo>
                  <a:cubicBezTo>
                    <a:pt x="50261" y="19002"/>
                    <a:pt x="51859" y="21666"/>
                    <a:pt x="55098" y="23962"/>
                  </a:cubicBezTo>
                  <a:cubicBezTo>
                    <a:pt x="58337" y="26258"/>
                    <a:pt x="64281" y="28307"/>
                    <a:pt x="66659" y="29127"/>
                  </a:cubicBezTo>
                  <a:cubicBezTo>
                    <a:pt x="69037" y="29947"/>
                    <a:pt x="68913" y="28922"/>
                    <a:pt x="69364" y="2888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0" name="Google Shape;100;p8"/>
            <p:cNvSpPr/>
            <p:nvPr/>
          </p:nvSpPr>
          <p:spPr>
            <a:xfrm>
              <a:off x="-92250" y="1830175"/>
              <a:ext cx="2496703" cy="3390662"/>
            </a:xfrm>
            <a:custGeom>
              <a:rect b="b" l="l" r="r" t="t"/>
              <a:pathLst>
                <a:path extrusionOk="0" h="130611" w="96175">
                  <a:moveTo>
                    <a:pt x="0" y="0"/>
                  </a:moveTo>
                  <a:cubicBezTo>
                    <a:pt x="2132" y="2624"/>
                    <a:pt x="9593" y="9675"/>
                    <a:pt x="12790" y="15742"/>
                  </a:cubicBezTo>
                  <a:cubicBezTo>
                    <a:pt x="15988" y="21809"/>
                    <a:pt x="17176" y="30624"/>
                    <a:pt x="19185" y="36404"/>
                  </a:cubicBezTo>
                  <a:cubicBezTo>
                    <a:pt x="21194" y="42184"/>
                    <a:pt x="22547" y="47226"/>
                    <a:pt x="24843" y="50424"/>
                  </a:cubicBezTo>
                  <a:cubicBezTo>
                    <a:pt x="27139" y="53622"/>
                    <a:pt x="29189" y="53048"/>
                    <a:pt x="32960" y="55590"/>
                  </a:cubicBezTo>
                  <a:cubicBezTo>
                    <a:pt x="36732" y="58132"/>
                    <a:pt x="42512" y="60919"/>
                    <a:pt x="47472" y="65674"/>
                  </a:cubicBezTo>
                  <a:cubicBezTo>
                    <a:pt x="52432" y="70429"/>
                    <a:pt x="58869" y="78342"/>
                    <a:pt x="62722" y="84122"/>
                  </a:cubicBezTo>
                  <a:cubicBezTo>
                    <a:pt x="66576" y="89902"/>
                    <a:pt x="67969" y="95150"/>
                    <a:pt x="70593" y="100356"/>
                  </a:cubicBezTo>
                  <a:cubicBezTo>
                    <a:pt x="73217" y="105563"/>
                    <a:pt x="75513" y="111097"/>
                    <a:pt x="78465" y="115361"/>
                  </a:cubicBezTo>
                  <a:cubicBezTo>
                    <a:pt x="81417" y="119625"/>
                    <a:pt x="85351" y="123396"/>
                    <a:pt x="88303" y="125938"/>
                  </a:cubicBezTo>
                  <a:cubicBezTo>
                    <a:pt x="91255" y="128480"/>
                    <a:pt x="94863" y="129832"/>
                    <a:pt x="96175" y="13061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1" name="Google Shape;101;p8"/>
            <p:cNvSpPr/>
            <p:nvPr/>
          </p:nvSpPr>
          <p:spPr>
            <a:xfrm>
              <a:off x="7034800" y="245975"/>
              <a:ext cx="737900" cy="750725"/>
            </a:xfrm>
            <a:custGeom>
              <a:rect b="b" l="l" r="r" t="t"/>
              <a:pathLst>
                <a:path extrusionOk="0" h="30029" w="29516">
                  <a:moveTo>
                    <a:pt x="29516" y="0"/>
                  </a:moveTo>
                  <a:cubicBezTo>
                    <a:pt x="27753" y="656"/>
                    <a:pt x="22138" y="2213"/>
                    <a:pt x="18940" y="3935"/>
                  </a:cubicBezTo>
                  <a:cubicBezTo>
                    <a:pt x="15743" y="5657"/>
                    <a:pt x="11725" y="8199"/>
                    <a:pt x="10331" y="10331"/>
                  </a:cubicBezTo>
                  <a:cubicBezTo>
                    <a:pt x="8937" y="12463"/>
                    <a:pt x="10289" y="14840"/>
                    <a:pt x="10576" y="16726"/>
                  </a:cubicBezTo>
                  <a:cubicBezTo>
                    <a:pt x="10863" y="18612"/>
                    <a:pt x="12462" y="19595"/>
                    <a:pt x="12052" y="21645"/>
                  </a:cubicBezTo>
                  <a:cubicBezTo>
                    <a:pt x="11642" y="23695"/>
                    <a:pt x="10126" y="27631"/>
                    <a:pt x="8117" y="29025"/>
                  </a:cubicBezTo>
                  <a:cubicBezTo>
                    <a:pt x="6108" y="30419"/>
                    <a:pt x="1353" y="29844"/>
                    <a:pt x="0" y="30008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2" name="Google Shape;102;p8"/>
            <p:cNvSpPr/>
            <p:nvPr/>
          </p:nvSpPr>
          <p:spPr>
            <a:xfrm>
              <a:off x="8811950" y="651825"/>
              <a:ext cx="245950" cy="356650"/>
            </a:xfrm>
            <a:custGeom>
              <a:rect b="b" l="l" r="r" t="t"/>
              <a:pathLst>
                <a:path extrusionOk="0" h="14266" w="9838">
                  <a:moveTo>
                    <a:pt x="0" y="14266"/>
                  </a:moveTo>
                  <a:cubicBezTo>
                    <a:pt x="697" y="13733"/>
                    <a:pt x="3525" y="12750"/>
                    <a:pt x="4181" y="11069"/>
                  </a:cubicBezTo>
                  <a:cubicBezTo>
                    <a:pt x="4837" y="9388"/>
                    <a:pt x="3484" y="5699"/>
                    <a:pt x="3935" y="4182"/>
                  </a:cubicBezTo>
                  <a:cubicBezTo>
                    <a:pt x="4386" y="2665"/>
                    <a:pt x="5903" y="2665"/>
                    <a:pt x="6887" y="1968"/>
                  </a:cubicBezTo>
                  <a:cubicBezTo>
                    <a:pt x="7871" y="1271"/>
                    <a:pt x="9346" y="328"/>
                    <a:pt x="9838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3" name="Google Shape;103;p8"/>
            <p:cNvSpPr/>
            <p:nvPr/>
          </p:nvSpPr>
          <p:spPr>
            <a:xfrm>
              <a:off x="8781200" y="1783300"/>
              <a:ext cx="393550" cy="296450"/>
            </a:xfrm>
            <a:custGeom>
              <a:rect b="b" l="l" r="r" t="t"/>
              <a:pathLst>
                <a:path extrusionOk="0" h="11858" w="15742">
                  <a:moveTo>
                    <a:pt x="0" y="0"/>
                  </a:moveTo>
                  <a:cubicBezTo>
                    <a:pt x="738" y="1804"/>
                    <a:pt x="2828" y="8937"/>
                    <a:pt x="4427" y="10823"/>
                  </a:cubicBezTo>
                  <a:cubicBezTo>
                    <a:pt x="6026" y="12709"/>
                    <a:pt x="7707" y="11397"/>
                    <a:pt x="9593" y="11315"/>
                  </a:cubicBezTo>
                  <a:cubicBezTo>
                    <a:pt x="11479" y="11233"/>
                    <a:pt x="14717" y="10495"/>
                    <a:pt x="15742" y="1033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4" name="Google Shape;104;p8"/>
            <p:cNvSpPr/>
            <p:nvPr/>
          </p:nvSpPr>
          <p:spPr>
            <a:xfrm>
              <a:off x="7994075" y="1549625"/>
              <a:ext cx="252125" cy="737900"/>
            </a:xfrm>
            <a:custGeom>
              <a:rect b="b" l="l" r="r" t="t"/>
              <a:pathLst>
                <a:path extrusionOk="0" h="29516" w="10085">
                  <a:moveTo>
                    <a:pt x="10085" y="29516"/>
                  </a:moveTo>
                  <a:cubicBezTo>
                    <a:pt x="9142" y="28409"/>
                    <a:pt x="5494" y="25212"/>
                    <a:pt x="4428" y="22875"/>
                  </a:cubicBezTo>
                  <a:cubicBezTo>
                    <a:pt x="3362" y="20538"/>
                    <a:pt x="3403" y="17956"/>
                    <a:pt x="3690" y="15496"/>
                  </a:cubicBezTo>
                  <a:cubicBezTo>
                    <a:pt x="3977" y="13036"/>
                    <a:pt x="5822" y="10249"/>
                    <a:pt x="6150" y="8117"/>
                  </a:cubicBezTo>
                  <a:cubicBezTo>
                    <a:pt x="6478" y="5985"/>
                    <a:pt x="6683" y="4059"/>
                    <a:pt x="5658" y="2706"/>
                  </a:cubicBezTo>
                  <a:cubicBezTo>
                    <a:pt x="4633" y="1353"/>
                    <a:pt x="943" y="451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05" name="Google Shape;105;p8"/>
            <p:cNvSpPr/>
            <p:nvPr/>
          </p:nvSpPr>
          <p:spPr>
            <a:xfrm>
              <a:off x="6647375" y="-166025"/>
              <a:ext cx="2545825" cy="3179175"/>
            </a:xfrm>
            <a:custGeom>
              <a:rect b="b" l="l" r="r" t="t"/>
              <a:pathLst>
                <a:path extrusionOk="0" h="127167" w="101833">
                  <a:moveTo>
                    <a:pt x="0" y="0"/>
                  </a:moveTo>
                  <a:cubicBezTo>
                    <a:pt x="6518" y="2050"/>
                    <a:pt x="29312" y="7010"/>
                    <a:pt x="39110" y="12298"/>
                  </a:cubicBezTo>
                  <a:cubicBezTo>
                    <a:pt x="48908" y="17586"/>
                    <a:pt x="51491" y="26811"/>
                    <a:pt x="58788" y="31730"/>
                  </a:cubicBezTo>
                  <a:cubicBezTo>
                    <a:pt x="66085" y="36650"/>
                    <a:pt x="77851" y="36937"/>
                    <a:pt x="82893" y="41815"/>
                  </a:cubicBezTo>
                  <a:cubicBezTo>
                    <a:pt x="87935" y="46694"/>
                    <a:pt x="88386" y="55303"/>
                    <a:pt x="89042" y="61001"/>
                  </a:cubicBezTo>
                  <a:cubicBezTo>
                    <a:pt x="89698" y="66699"/>
                    <a:pt x="90559" y="70512"/>
                    <a:pt x="86828" y="76005"/>
                  </a:cubicBezTo>
                  <a:cubicBezTo>
                    <a:pt x="83098" y="81498"/>
                    <a:pt x="70431" y="89370"/>
                    <a:pt x="66659" y="93961"/>
                  </a:cubicBezTo>
                  <a:cubicBezTo>
                    <a:pt x="62888" y="98553"/>
                    <a:pt x="63666" y="100028"/>
                    <a:pt x="64199" y="103554"/>
                  </a:cubicBezTo>
                  <a:cubicBezTo>
                    <a:pt x="64732" y="107080"/>
                    <a:pt x="66740" y="112163"/>
                    <a:pt x="69856" y="115115"/>
                  </a:cubicBezTo>
                  <a:cubicBezTo>
                    <a:pt x="72972" y="118067"/>
                    <a:pt x="77564" y="119255"/>
                    <a:pt x="82893" y="121264"/>
                  </a:cubicBezTo>
                  <a:cubicBezTo>
                    <a:pt x="88223" y="123273"/>
                    <a:pt x="98676" y="126183"/>
                    <a:pt x="101833" y="127167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06" name="Google Shape;106;p8"/>
          <p:cNvSpPr txBox="1"/>
          <p:nvPr>
            <p:ph type="title"/>
          </p:nvPr>
        </p:nvSpPr>
        <p:spPr>
          <a:xfrm>
            <a:off x="1767600" y="1612713"/>
            <a:ext cx="5608800" cy="18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7" name="Google Shape;107;p8"/>
          <p:cNvSpPr txBox="1"/>
          <p:nvPr>
            <p:ph idx="1" type="subTitle"/>
          </p:nvPr>
        </p:nvSpPr>
        <p:spPr>
          <a:xfrm>
            <a:off x="2685450" y="3607038"/>
            <a:ext cx="3773100" cy="7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9"/>
          <p:cNvGrpSpPr/>
          <p:nvPr/>
        </p:nvGrpSpPr>
        <p:grpSpPr>
          <a:xfrm>
            <a:off x="-1523341" y="2651425"/>
            <a:ext cx="10907166" cy="4699703"/>
            <a:chOff x="-1523341" y="2651425"/>
            <a:chExt cx="10907166" cy="4699703"/>
          </a:xfrm>
        </p:grpSpPr>
        <p:sp>
          <p:nvSpPr>
            <p:cNvPr id="110" name="Google Shape;110;p9"/>
            <p:cNvSpPr/>
            <p:nvPr/>
          </p:nvSpPr>
          <p:spPr>
            <a:xfrm flipH="1" rot="4600624">
              <a:off x="-1372547" y="3291735"/>
              <a:ext cx="3975718" cy="3454105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-86100" y="2651425"/>
              <a:ext cx="9469925" cy="3277575"/>
            </a:xfrm>
            <a:custGeom>
              <a:rect b="b" l="l" r="r" t="t"/>
              <a:pathLst>
                <a:path extrusionOk="0" h="131103" w="378797">
                  <a:moveTo>
                    <a:pt x="0" y="50670"/>
                  </a:moveTo>
                  <a:cubicBezTo>
                    <a:pt x="4346" y="50506"/>
                    <a:pt x="17874" y="49686"/>
                    <a:pt x="26073" y="49686"/>
                  </a:cubicBezTo>
                  <a:cubicBezTo>
                    <a:pt x="34272" y="49686"/>
                    <a:pt x="42882" y="49194"/>
                    <a:pt x="49195" y="50670"/>
                  </a:cubicBezTo>
                  <a:cubicBezTo>
                    <a:pt x="55508" y="52146"/>
                    <a:pt x="59116" y="55179"/>
                    <a:pt x="63953" y="58541"/>
                  </a:cubicBezTo>
                  <a:cubicBezTo>
                    <a:pt x="68790" y="61903"/>
                    <a:pt x="71988" y="67642"/>
                    <a:pt x="78219" y="70840"/>
                  </a:cubicBezTo>
                  <a:cubicBezTo>
                    <a:pt x="84450" y="74038"/>
                    <a:pt x="93470" y="75677"/>
                    <a:pt x="101341" y="77727"/>
                  </a:cubicBezTo>
                  <a:cubicBezTo>
                    <a:pt x="109212" y="79777"/>
                    <a:pt x="118969" y="79858"/>
                    <a:pt x="125446" y="83138"/>
                  </a:cubicBezTo>
                  <a:cubicBezTo>
                    <a:pt x="131923" y="86418"/>
                    <a:pt x="136105" y="93305"/>
                    <a:pt x="140204" y="97405"/>
                  </a:cubicBezTo>
                  <a:cubicBezTo>
                    <a:pt x="144304" y="101505"/>
                    <a:pt x="147419" y="104375"/>
                    <a:pt x="150043" y="107736"/>
                  </a:cubicBezTo>
                  <a:cubicBezTo>
                    <a:pt x="152667" y="111098"/>
                    <a:pt x="147829" y="113721"/>
                    <a:pt x="155946" y="117574"/>
                  </a:cubicBezTo>
                  <a:cubicBezTo>
                    <a:pt x="164063" y="121428"/>
                    <a:pt x="182184" y="129873"/>
                    <a:pt x="198746" y="130857"/>
                  </a:cubicBezTo>
                  <a:cubicBezTo>
                    <a:pt x="215308" y="131841"/>
                    <a:pt x="240315" y="125446"/>
                    <a:pt x="255319" y="123478"/>
                  </a:cubicBezTo>
                  <a:cubicBezTo>
                    <a:pt x="270323" y="121510"/>
                    <a:pt x="280490" y="122002"/>
                    <a:pt x="288771" y="119050"/>
                  </a:cubicBezTo>
                  <a:cubicBezTo>
                    <a:pt x="297052" y="116098"/>
                    <a:pt x="299348" y="111179"/>
                    <a:pt x="305005" y="105768"/>
                  </a:cubicBezTo>
                  <a:cubicBezTo>
                    <a:pt x="310662" y="100357"/>
                    <a:pt x="317960" y="94125"/>
                    <a:pt x="322715" y="86582"/>
                  </a:cubicBezTo>
                  <a:cubicBezTo>
                    <a:pt x="327471" y="79039"/>
                    <a:pt x="328701" y="66822"/>
                    <a:pt x="333538" y="60509"/>
                  </a:cubicBezTo>
                  <a:cubicBezTo>
                    <a:pt x="338376" y="54196"/>
                    <a:pt x="346001" y="53294"/>
                    <a:pt x="351740" y="48702"/>
                  </a:cubicBezTo>
                  <a:cubicBezTo>
                    <a:pt x="357479" y="44111"/>
                    <a:pt x="363957" y="38535"/>
                    <a:pt x="367974" y="32960"/>
                  </a:cubicBezTo>
                  <a:cubicBezTo>
                    <a:pt x="371992" y="27385"/>
                    <a:pt x="374041" y="20743"/>
                    <a:pt x="375845" y="15250"/>
                  </a:cubicBezTo>
                  <a:cubicBezTo>
                    <a:pt x="377649" y="9757"/>
                    <a:pt x="378305" y="2542"/>
                    <a:pt x="378797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2" name="Google Shape;112;p9"/>
            <p:cNvSpPr/>
            <p:nvPr/>
          </p:nvSpPr>
          <p:spPr>
            <a:xfrm>
              <a:off x="-664125" y="4130450"/>
              <a:ext cx="2250775" cy="1866218"/>
            </a:xfrm>
            <a:custGeom>
              <a:rect b="b" l="l" r="r" t="t"/>
              <a:pathLst>
                <a:path extrusionOk="0" h="73300" w="90031">
                  <a:moveTo>
                    <a:pt x="88058" y="0"/>
                  </a:moveTo>
                  <a:cubicBezTo>
                    <a:pt x="88304" y="2214"/>
                    <a:pt x="89370" y="7543"/>
                    <a:pt x="89534" y="13282"/>
                  </a:cubicBezTo>
                  <a:cubicBezTo>
                    <a:pt x="89698" y="19021"/>
                    <a:pt x="90764" y="30009"/>
                    <a:pt x="89042" y="34436"/>
                  </a:cubicBezTo>
                  <a:cubicBezTo>
                    <a:pt x="87320" y="38864"/>
                    <a:pt x="86254" y="41405"/>
                    <a:pt x="79203" y="39847"/>
                  </a:cubicBezTo>
                  <a:cubicBezTo>
                    <a:pt x="72152" y="38289"/>
                    <a:pt x="54606" y="25991"/>
                    <a:pt x="46735" y="25089"/>
                  </a:cubicBezTo>
                  <a:cubicBezTo>
                    <a:pt x="38864" y="24187"/>
                    <a:pt x="34027" y="29845"/>
                    <a:pt x="31977" y="34436"/>
                  </a:cubicBezTo>
                  <a:cubicBezTo>
                    <a:pt x="29927" y="39028"/>
                    <a:pt x="36322" y="47637"/>
                    <a:pt x="34436" y="52638"/>
                  </a:cubicBezTo>
                  <a:cubicBezTo>
                    <a:pt x="32550" y="57640"/>
                    <a:pt x="26401" y="61001"/>
                    <a:pt x="20662" y="64445"/>
                  </a:cubicBezTo>
                  <a:cubicBezTo>
                    <a:pt x="14923" y="67889"/>
                    <a:pt x="3444" y="71824"/>
                    <a:pt x="0" y="7330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3" name="Google Shape;113;p9"/>
            <p:cNvSpPr/>
            <p:nvPr/>
          </p:nvSpPr>
          <p:spPr>
            <a:xfrm>
              <a:off x="1365150" y="4680676"/>
              <a:ext cx="1525009" cy="494000"/>
            </a:xfrm>
            <a:custGeom>
              <a:rect b="b" l="l" r="r" t="t"/>
              <a:pathLst>
                <a:path extrusionOk="0" h="19760" w="54606">
                  <a:moveTo>
                    <a:pt x="0" y="19186"/>
                  </a:moveTo>
                  <a:cubicBezTo>
                    <a:pt x="3444" y="19268"/>
                    <a:pt x="14513" y="19760"/>
                    <a:pt x="20662" y="19678"/>
                  </a:cubicBezTo>
                  <a:cubicBezTo>
                    <a:pt x="26811" y="19596"/>
                    <a:pt x="32469" y="20170"/>
                    <a:pt x="36896" y="18694"/>
                  </a:cubicBezTo>
                  <a:cubicBezTo>
                    <a:pt x="41324" y="17218"/>
                    <a:pt x="44275" y="13939"/>
                    <a:pt x="47227" y="10823"/>
                  </a:cubicBezTo>
                  <a:cubicBezTo>
                    <a:pt x="50179" y="7707"/>
                    <a:pt x="53376" y="1804"/>
                    <a:pt x="54606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14" name="Google Shape;114;p9"/>
          <p:cNvSpPr txBox="1"/>
          <p:nvPr>
            <p:ph type="title"/>
          </p:nvPr>
        </p:nvSpPr>
        <p:spPr>
          <a:xfrm>
            <a:off x="999025" y="1520075"/>
            <a:ext cx="4045200" cy="132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8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9"/>
          <p:cNvSpPr txBox="1"/>
          <p:nvPr>
            <p:ph idx="1" type="subTitle"/>
          </p:nvPr>
        </p:nvSpPr>
        <p:spPr>
          <a:xfrm>
            <a:off x="999025" y="2783081"/>
            <a:ext cx="36927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0"/>
          <p:cNvGrpSpPr/>
          <p:nvPr/>
        </p:nvGrpSpPr>
        <p:grpSpPr>
          <a:xfrm>
            <a:off x="-76200" y="-214900"/>
            <a:ext cx="9378825" cy="5495600"/>
            <a:chOff x="-76200" y="-214900"/>
            <a:chExt cx="9378825" cy="5495600"/>
          </a:xfrm>
        </p:grpSpPr>
        <p:sp>
          <p:nvSpPr>
            <p:cNvPr id="118" name="Google Shape;118;p10"/>
            <p:cNvSpPr/>
            <p:nvPr/>
          </p:nvSpPr>
          <p:spPr>
            <a:xfrm>
              <a:off x="7921050" y="222594"/>
              <a:ext cx="1074975" cy="923600"/>
            </a:xfrm>
            <a:custGeom>
              <a:rect b="b" l="l" r="r" t="t"/>
              <a:pathLst>
                <a:path extrusionOk="0" h="36944" w="42999">
                  <a:moveTo>
                    <a:pt x="0" y="102"/>
                  </a:moveTo>
                  <a:cubicBezTo>
                    <a:pt x="3002" y="239"/>
                    <a:pt x="12690" y="-580"/>
                    <a:pt x="18012" y="921"/>
                  </a:cubicBezTo>
                  <a:cubicBezTo>
                    <a:pt x="23334" y="2422"/>
                    <a:pt x="29474" y="6993"/>
                    <a:pt x="31930" y="9108"/>
                  </a:cubicBezTo>
                  <a:cubicBezTo>
                    <a:pt x="34386" y="11223"/>
                    <a:pt x="32066" y="11496"/>
                    <a:pt x="32748" y="13611"/>
                  </a:cubicBezTo>
                  <a:cubicBezTo>
                    <a:pt x="33430" y="15726"/>
                    <a:pt x="34454" y="19820"/>
                    <a:pt x="36023" y="21798"/>
                  </a:cubicBezTo>
                  <a:cubicBezTo>
                    <a:pt x="37592" y="23777"/>
                    <a:pt x="41004" y="22958"/>
                    <a:pt x="42164" y="25482"/>
                  </a:cubicBezTo>
                  <a:cubicBezTo>
                    <a:pt x="43324" y="28006"/>
                    <a:pt x="42846" y="35034"/>
                    <a:pt x="42982" y="36944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19" name="Google Shape;119;p10"/>
            <p:cNvSpPr/>
            <p:nvPr/>
          </p:nvSpPr>
          <p:spPr>
            <a:xfrm>
              <a:off x="408189" y="4114025"/>
              <a:ext cx="628425" cy="1166675"/>
            </a:xfrm>
            <a:custGeom>
              <a:rect b="b" l="l" r="r" t="t"/>
              <a:pathLst>
                <a:path extrusionOk="0" h="46667" w="25137">
                  <a:moveTo>
                    <a:pt x="2912" y="0"/>
                  </a:moveTo>
                  <a:cubicBezTo>
                    <a:pt x="2844" y="2456"/>
                    <a:pt x="2911" y="11189"/>
                    <a:pt x="2502" y="14737"/>
                  </a:cubicBezTo>
                  <a:cubicBezTo>
                    <a:pt x="2093" y="18285"/>
                    <a:pt x="729" y="19309"/>
                    <a:pt x="456" y="21287"/>
                  </a:cubicBezTo>
                  <a:cubicBezTo>
                    <a:pt x="183" y="23266"/>
                    <a:pt x="-568" y="24971"/>
                    <a:pt x="865" y="26608"/>
                  </a:cubicBezTo>
                  <a:cubicBezTo>
                    <a:pt x="2298" y="28245"/>
                    <a:pt x="5300" y="29746"/>
                    <a:pt x="9052" y="31111"/>
                  </a:cubicBezTo>
                  <a:cubicBezTo>
                    <a:pt x="12805" y="32476"/>
                    <a:pt x="20719" y="32203"/>
                    <a:pt x="23380" y="34796"/>
                  </a:cubicBezTo>
                  <a:cubicBezTo>
                    <a:pt x="26041" y="37389"/>
                    <a:pt x="24744" y="44689"/>
                    <a:pt x="25017" y="46667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0" name="Google Shape;120;p10"/>
            <p:cNvSpPr/>
            <p:nvPr/>
          </p:nvSpPr>
          <p:spPr>
            <a:xfrm>
              <a:off x="-76200" y="4021622"/>
              <a:ext cx="2676175" cy="1182325"/>
            </a:xfrm>
            <a:custGeom>
              <a:rect b="b" l="l" r="r" t="t"/>
              <a:pathLst>
                <a:path extrusionOk="0" h="47293" w="107047">
                  <a:moveTo>
                    <a:pt x="107047" y="47293"/>
                  </a:moveTo>
                  <a:cubicBezTo>
                    <a:pt x="105171" y="46645"/>
                    <a:pt x="99204" y="45280"/>
                    <a:pt x="95789" y="43404"/>
                  </a:cubicBezTo>
                  <a:cubicBezTo>
                    <a:pt x="92374" y="41528"/>
                    <a:pt x="90552" y="38082"/>
                    <a:pt x="86557" y="36035"/>
                  </a:cubicBezTo>
                  <a:cubicBezTo>
                    <a:pt x="82562" y="33988"/>
                    <a:pt x="78025" y="31635"/>
                    <a:pt x="71820" y="31123"/>
                  </a:cubicBezTo>
                  <a:cubicBezTo>
                    <a:pt x="65615" y="30611"/>
                    <a:pt x="52670" y="34944"/>
                    <a:pt x="49327" y="32965"/>
                  </a:cubicBezTo>
                  <a:cubicBezTo>
                    <a:pt x="45984" y="30987"/>
                    <a:pt x="54084" y="22834"/>
                    <a:pt x="51761" y="19252"/>
                  </a:cubicBezTo>
                  <a:cubicBezTo>
                    <a:pt x="49438" y="15670"/>
                    <a:pt x="40330" y="14305"/>
                    <a:pt x="35387" y="11474"/>
                  </a:cubicBezTo>
                  <a:cubicBezTo>
                    <a:pt x="30444" y="8643"/>
                    <a:pt x="25206" y="4174"/>
                    <a:pt x="22105" y="2264"/>
                  </a:cubicBezTo>
                  <a:cubicBezTo>
                    <a:pt x="19005" y="354"/>
                    <a:pt x="18490" y="114"/>
                    <a:pt x="16784" y="12"/>
                  </a:cubicBezTo>
                  <a:cubicBezTo>
                    <a:pt x="15078" y="-90"/>
                    <a:pt x="13304" y="456"/>
                    <a:pt x="11871" y="1650"/>
                  </a:cubicBezTo>
                  <a:cubicBezTo>
                    <a:pt x="10438" y="2844"/>
                    <a:pt x="10166" y="4856"/>
                    <a:pt x="8187" y="7176"/>
                  </a:cubicBezTo>
                  <a:cubicBezTo>
                    <a:pt x="6209" y="9496"/>
                    <a:pt x="1365" y="14169"/>
                    <a:pt x="0" y="15568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1" name="Google Shape;121;p10"/>
            <p:cNvSpPr/>
            <p:nvPr/>
          </p:nvSpPr>
          <p:spPr>
            <a:xfrm>
              <a:off x="7849400" y="-214900"/>
              <a:ext cx="1453225" cy="1576000"/>
            </a:xfrm>
            <a:custGeom>
              <a:rect b="b" l="l" r="r" t="t"/>
              <a:pathLst>
                <a:path extrusionOk="0" h="63040" w="58129">
                  <a:moveTo>
                    <a:pt x="0" y="0"/>
                  </a:moveTo>
                  <a:cubicBezTo>
                    <a:pt x="546" y="3411"/>
                    <a:pt x="2729" y="14190"/>
                    <a:pt x="3275" y="20467"/>
                  </a:cubicBezTo>
                  <a:cubicBezTo>
                    <a:pt x="3821" y="26744"/>
                    <a:pt x="1365" y="34180"/>
                    <a:pt x="3275" y="37660"/>
                  </a:cubicBezTo>
                  <a:cubicBezTo>
                    <a:pt x="5185" y="41140"/>
                    <a:pt x="11326" y="40458"/>
                    <a:pt x="14737" y="41345"/>
                  </a:cubicBezTo>
                  <a:cubicBezTo>
                    <a:pt x="18148" y="42232"/>
                    <a:pt x="19172" y="41140"/>
                    <a:pt x="23743" y="42982"/>
                  </a:cubicBezTo>
                  <a:cubicBezTo>
                    <a:pt x="28314" y="44824"/>
                    <a:pt x="38002" y="49805"/>
                    <a:pt x="42164" y="52397"/>
                  </a:cubicBezTo>
                  <a:cubicBezTo>
                    <a:pt x="46326" y="54990"/>
                    <a:pt x="46053" y="56763"/>
                    <a:pt x="48714" y="58537"/>
                  </a:cubicBezTo>
                  <a:cubicBezTo>
                    <a:pt x="51375" y="60311"/>
                    <a:pt x="56560" y="62290"/>
                    <a:pt x="58129" y="6304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22" name="Google Shape;122;p10"/>
            <p:cNvSpPr/>
            <p:nvPr/>
          </p:nvSpPr>
          <p:spPr>
            <a:xfrm>
              <a:off x="8627175" y="-153500"/>
              <a:ext cx="634525" cy="542400"/>
            </a:xfrm>
            <a:custGeom>
              <a:rect b="b" l="l" r="r" t="t"/>
              <a:pathLst>
                <a:path extrusionOk="0" h="21696" w="25381">
                  <a:moveTo>
                    <a:pt x="0" y="21696"/>
                  </a:moveTo>
                  <a:cubicBezTo>
                    <a:pt x="1569" y="21014"/>
                    <a:pt x="8051" y="19308"/>
                    <a:pt x="9416" y="17602"/>
                  </a:cubicBezTo>
                  <a:cubicBezTo>
                    <a:pt x="10781" y="15896"/>
                    <a:pt x="7301" y="13031"/>
                    <a:pt x="8188" y="11462"/>
                  </a:cubicBezTo>
                  <a:cubicBezTo>
                    <a:pt x="9075" y="9893"/>
                    <a:pt x="12349" y="9074"/>
                    <a:pt x="14737" y="8187"/>
                  </a:cubicBezTo>
                  <a:cubicBezTo>
                    <a:pt x="17125" y="7300"/>
                    <a:pt x="20741" y="7505"/>
                    <a:pt x="22515" y="6140"/>
                  </a:cubicBezTo>
                  <a:cubicBezTo>
                    <a:pt x="24289" y="4776"/>
                    <a:pt x="24903" y="1023"/>
                    <a:pt x="25381" y="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23" name="Google Shape;123;p10"/>
          <p:cNvSpPr txBox="1"/>
          <p:nvPr>
            <p:ph type="title"/>
          </p:nvPr>
        </p:nvSpPr>
        <p:spPr>
          <a:xfrm>
            <a:off x="2065800" y="557784"/>
            <a:ext cx="5012400" cy="11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89050" y="1587225"/>
            <a:ext cx="7365900" cy="145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5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2146150" y="2968625"/>
            <a:ext cx="4851600" cy="7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27" name="Google Shape;127;p11"/>
          <p:cNvGrpSpPr/>
          <p:nvPr/>
        </p:nvGrpSpPr>
        <p:grpSpPr>
          <a:xfrm>
            <a:off x="-749498" y="-166025"/>
            <a:ext cx="11073295" cy="7462172"/>
            <a:chOff x="-749498" y="-166025"/>
            <a:chExt cx="11073295" cy="7462172"/>
          </a:xfrm>
        </p:grpSpPr>
        <p:sp>
          <p:nvSpPr>
            <p:cNvPr id="128" name="Google Shape;128;p11"/>
            <p:cNvSpPr/>
            <p:nvPr/>
          </p:nvSpPr>
          <p:spPr>
            <a:xfrm>
              <a:off x="-72625" y="261147"/>
              <a:ext cx="904925" cy="118700"/>
            </a:xfrm>
            <a:custGeom>
              <a:rect b="b" l="l" r="r" t="t"/>
              <a:pathLst>
                <a:path extrusionOk="0" h="4748" w="36197">
                  <a:moveTo>
                    <a:pt x="0" y="4524"/>
                  </a:moveTo>
                  <a:cubicBezTo>
                    <a:pt x="1155" y="4152"/>
                    <a:pt x="4767" y="2625"/>
                    <a:pt x="6927" y="2290"/>
                  </a:cubicBezTo>
                  <a:cubicBezTo>
                    <a:pt x="9087" y="1955"/>
                    <a:pt x="10576" y="2476"/>
                    <a:pt x="12959" y="2513"/>
                  </a:cubicBezTo>
                  <a:cubicBezTo>
                    <a:pt x="15342" y="2550"/>
                    <a:pt x="18993" y="2923"/>
                    <a:pt x="21227" y="2513"/>
                  </a:cubicBezTo>
                  <a:cubicBezTo>
                    <a:pt x="23461" y="2104"/>
                    <a:pt x="24317" y="168"/>
                    <a:pt x="26365" y="56"/>
                  </a:cubicBezTo>
                  <a:cubicBezTo>
                    <a:pt x="28413" y="-56"/>
                    <a:pt x="31876" y="1061"/>
                    <a:pt x="33515" y="1843"/>
                  </a:cubicBezTo>
                  <a:cubicBezTo>
                    <a:pt x="35154" y="2625"/>
                    <a:pt x="35750" y="4264"/>
                    <a:pt x="36197" y="4748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29" name="Google Shape;129;p11"/>
            <p:cNvGrpSpPr/>
            <p:nvPr/>
          </p:nvGrpSpPr>
          <p:grpSpPr>
            <a:xfrm>
              <a:off x="-749498" y="-166025"/>
              <a:ext cx="11073295" cy="7462172"/>
              <a:chOff x="-749498" y="-166025"/>
              <a:chExt cx="11073295" cy="7462172"/>
            </a:xfrm>
          </p:grpSpPr>
          <p:sp>
            <p:nvSpPr>
              <p:cNvPr id="130" name="Google Shape;130;p11"/>
              <p:cNvSpPr/>
              <p:nvPr/>
            </p:nvSpPr>
            <p:spPr>
              <a:xfrm flipH="1" rot="993073">
                <a:off x="8559736" y="1460242"/>
                <a:ext cx="1599286" cy="1389460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1"/>
              <p:cNvSpPr/>
              <p:nvPr/>
            </p:nvSpPr>
            <p:spPr>
              <a:xfrm>
                <a:off x="7920300" y="135212"/>
                <a:ext cx="1242150" cy="916325"/>
              </a:xfrm>
              <a:custGeom>
                <a:rect b="b" l="l" r="r" t="t"/>
                <a:pathLst>
                  <a:path extrusionOk="0" h="36653" w="49686">
                    <a:moveTo>
                      <a:pt x="0" y="10826"/>
                    </a:moveTo>
                    <a:cubicBezTo>
                      <a:pt x="2337" y="10949"/>
                      <a:pt x="10331" y="12548"/>
                      <a:pt x="14020" y="11564"/>
                    </a:cubicBezTo>
                    <a:cubicBezTo>
                      <a:pt x="17710" y="10580"/>
                      <a:pt x="19677" y="6809"/>
                      <a:pt x="22137" y="4923"/>
                    </a:cubicBezTo>
                    <a:cubicBezTo>
                      <a:pt x="24597" y="3037"/>
                      <a:pt x="26113" y="823"/>
                      <a:pt x="28778" y="249"/>
                    </a:cubicBezTo>
                    <a:cubicBezTo>
                      <a:pt x="31443" y="-325"/>
                      <a:pt x="35583" y="167"/>
                      <a:pt x="38125" y="1479"/>
                    </a:cubicBezTo>
                    <a:cubicBezTo>
                      <a:pt x="40667" y="2791"/>
                      <a:pt x="42758" y="3980"/>
                      <a:pt x="44029" y="8120"/>
                    </a:cubicBezTo>
                    <a:cubicBezTo>
                      <a:pt x="45300" y="12261"/>
                      <a:pt x="45299" y="21977"/>
                      <a:pt x="45750" y="26322"/>
                    </a:cubicBezTo>
                    <a:cubicBezTo>
                      <a:pt x="46201" y="30668"/>
                      <a:pt x="46078" y="32471"/>
                      <a:pt x="46734" y="34193"/>
                    </a:cubicBezTo>
                    <a:cubicBezTo>
                      <a:pt x="47390" y="35915"/>
                      <a:pt x="49194" y="36243"/>
                      <a:pt x="49686" y="36653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2" name="Google Shape;132;p11"/>
              <p:cNvSpPr/>
              <p:nvPr/>
            </p:nvSpPr>
            <p:spPr>
              <a:xfrm>
                <a:off x="1192975" y="3775675"/>
                <a:ext cx="141425" cy="461200"/>
              </a:xfrm>
              <a:custGeom>
                <a:rect b="b" l="l" r="r" t="t"/>
                <a:pathLst>
                  <a:path extrusionOk="0" h="18448" w="5657">
                    <a:moveTo>
                      <a:pt x="0" y="18448"/>
                    </a:moveTo>
                    <a:cubicBezTo>
                      <a:pt x="287" y="17833"/>
                      <a:pt x="1434" y="16275"/>
                      <a:pt x="1721" y="14758"/>
                    </a:cubicBezTo>
                    <a:cubicBezTo>
                      <a:pt x="2008" y="13241"/>
                      <a:pt x="1270" y="11028"/>
                      <a:pt x="1721" y="9347"/>
                    </a:cubicBezTo>
                    <a:cubicBezTo>
                      <a:pt x="2172" y="7666"/>
                      <a:pt x="3771" y="6231"/>
                      <a:pt x="4427" y="4673"/>
                    </a:cubicBezTo>
                    <a:cubicBezTo>
                      <a:pt x="5083" y="3115"/>
                      <a:pt x="5452" y="779"/>
                      <a:pt x="5657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3" name="Google Shape;133;p11"/>
              <p:cNvSpPr/>
              <p:nvPr/>
            </p:nvSpPr>
            <p:spPr>
              <a:xfrm flipH="1">
                <a:off x="-749498" y="3841886"/>
                <a:ext cx="3975897" cy="3454261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1"/>
              <p:cNvSpPr/>
              <p:nvPr/>
            </p:nvSpPr>
            <p:spPr>
              <a:xfrm>
                <a:off x="-36900" y="2490475"/>
                <a:ext cx="412125" cy="2459700"/>
              </a:xfrm>
              <a:custGeom>
                <a:rect b="b" l="l" r="r" t="t"/>
                <a:pathLst>
                  <a:path extrusionOk="0" h="98388" w="16485">
                    <a:moveTo>
                      <a:pt x="15004" y="0"/>
                    </a:moveTo>
                    <a:cubicBezTo>
                      <a:pt x="13938" y="1107"/>
                      <a:pt x="9347" y="3198"/>
                      <a:pt x="8609" y="6641"/>
                    </a:cubicBezTo>
                    <a:cubicBezTo>
                      <a:pt x="7871" y="10085"/>
                      <a:pt x="9429" y="16931"/>
                      <a:pt x="10577" y="20661"/>
                    </a:cubicBezTo>
                    <a:cubicBezTo>
                      <a:pt x="11725" y="24392"/>
                      <a:pt x="14594" y="25580"/>
                      <a:pt x="15496" y="29024"/>
                    </a:cubicBezTo>
                    <a:cubicBezTo>
                      <a:pt x="16398" y="32468"/>
                      <a:pt x="16890" y="38043"/>
                      <a:pt x="15988" y="41323"/>
                    </a:cubicBezTo>
                    <a:cubicBezTo>
                      <a:pt x="15086" y="44603"/>
                      <a:pt x="11971" y="46201"/>
                      <a:pt x="10085" y="48702"/>
                    </a:cubicBezTo>
                    <a:cubicBezTo>
                      <a:pt x="8199" y="51203"/>
                      <a:pt x="5740" y="54154"/>
                      <a:pt x="4674" y="56327"/>
                    </a:cubicBezTo>
                    <a:cubicBezTo>
                      <a:pt x="3608" y="58500"/>
                      <a:pt x="3813" y="59852"/>
                      <a:pt x="3690" y="61738"/>
                    </a:cubicBezTo>
                    <a:cubicBezTo>
                      <a:pt x="3567" y="63624"/>
                      <a:pt x="3075" y="64977"/>
                      <a:pt x="3936" y="67642"/>
                    </a:cubicBezTo>
                    <a:cubicBezTo>
                      <a:pt x="4797" y="70307"/>
                      <a:pt x="8076" y="74939"/>
                      <a:pt x="8855" y="77727"/>
                    </a:cubicBezTo>
                    <a:cubicBezTo>
                      <a:pt x="9634" y="80515"/>
                      <a:pt x="9347" y="81826"/>
                      <a:pt x="8609" y="84368"/>
                    </a:cubicBezTo>
                    <a:cubicBezTo>
                      <a:pt x="7871" y="86910"/>
                      <a:pt x="5863" y="90640"/>
                      <a:pt x="4428" y="92977"/>
                    </a:cubicBezTo>
                    <a:cubicBezTo>
                      <a:pt x="2993" y="95314"/>
                      <a:pt x="738" y="97486"/>
                      <a:pt x="0" y="98388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5" name="Google Shape;135;p11"/>
              <p:cNvSpPr/>
              <p:nvPr/>
            </p:nvSpPr>
            <p:spPr>
              <a:xfrm>
                <a:off x="166025" y="4062114"/>
                <a:ext cx="1734100" cy="736475"/>
              </a:xfrm>
              <a:custGeom>
                <a:rect b="b" l="l" r="r" t="t"/>
                <a:pathLst>
                  <a:path extrusionOk="0" h="29459" w="69364">
                    <a:moveTo>
                      <a:pt x="0" y="12893"/>
                    </a:moveTo>
                    <a:cubicBezTo>
                      <a:pt x="1312" y="12729"/>
                      <a:pt x="5329" y="12975"/>
                      <a:pt x="7871" y="11909"/>
                    </a:cubicBezTo>
                    <a:cubicBezTo>
                      <a:pt x="10413" y="10843"/>
                      <a:pt x="13569" y="8220"/>
                      <a:pt x="15250" y="6498"/>
                    </a:cubicBezTo>
                    <a:cubicBezTo>
                      <a:pt x="16931" y="4776"/>
                      <a:pt x="15783" y="2644"/>
                      <a:pt x="17956" y="1578"/>
                    </a:cubicBezTo>
                    <a:cubicBezTo>
                      <a:pt x="20129" y="512"/>
                      <a:pt x="25130" y="20"/>
                      <a:pt x="28287" y="102"/>
                    </a:cubicBezTo>
                    <a:cubicBezTo>
                      <a:pt x="31444" y="184"/>
                      <a:pt x="33739" y="-472"/>
                      <a:pt x="36896" y="2070"/>
                    </a:cubicBezTo>
                    <a:cubicBezTo>
                      <a:pt x="40053" y="4612"/>
                      <a:pt x="44193" y="11704"/>
                      <a:pt x="47227" y="15353"/>
                    </a:cubicBezTo>
                    <a:cubicBezTo>
                      <a:pt x="50261" y="19002"/>
                      <a:pt x="51859" y="21666"/>
                      <a:pt x="55098" y="23962"/>
                    </a:cubicBezTo>
                    <a:cubicBezTo>
                      <a:pt x="58337" y="26258"/>
                      <a:pt x="64281" y="28307"/>
                      <a:pt x="66659" y="29127"/>
                    </a:cubicBezTo>
                    <a:cubicBezTo>
                      <a:pt x="69037" y="29947"/>
                      <a:pt x="68913" y="28922"/>
                      <a:pt x="69364" y="28881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6" name="Google Shape;136;p11"/>
              <p:cNvSpPr/>
              <p:nvPr/>
            </p:nvSpPr>
            <p:spPr>
              <a:xfrm>
                <a:off x="-92250" y="1830175"/>
                <a:ext cx="2496703" cy="3390662"/>
              </a:xfrm>
              <a:custGeom>
                <a:rect b="b" l="l" r="r" t="t"/>
                <a:pathLst>
                  <a:path extrusionOk="0" h="130611" w="96175">
                    <a:moveTo>
                      <a:pt x="0" y="0"/>
                    </a:moveTo>
                    <a:cubicBezTo>
                      <a:pt x="2132" y="2624"/>
                      <a:pt x="9593" y="9675"/>
                      <a:pt x="12790" y="15742"/>
                    </a:cubicBezTo>
                    <a:cubicBezTo>
                      <a:pt x="15988" y="21809"/>
                      <a:pt x="17176" y="30624"/>
                      <a:pt x="19185" y="36404"/>
                    </a:cubicBezTo>
                    <a:cubicBezTo>
                      <a:pt x="21194" y="42184"/>
                      <a:pt x="22547" y="47226"/>
                      <a:pt x="24843" y="50424"/>
                    </a:cubicBezTo>
                    <a:cubicBezTo>
                      <a:pt x="27139" y="53622"/>
                      <a:pt x="29189" y="53048"/>
                      <a:pt x="32960" y="55590"/>
                    </a:cubicBezTo>
                    <a:cubicBezTo>
                      <a:pt x="36732" y="58132"/>
                      <a:pt x="42512" y="60919"/>
                      <a:pt x="47472" y="65674"/>
                    </a:cubicBezTo>
                    <a:cubicBezTo>
                      <a:pt x="52432" y="70429"/>
                      <a:pt x="58869" y="78342"/>
                      <a:pt x="62722" y="84122"/>
                    </a:cubicBezTo>
                    <a:cubicBezTo>
                      <a:pt x="66576" y="89902"/>
                      <a:pt x="67969" y="95150"/>
                      <a:pt x="70593" y="100356"/>
                    </a:cubicBezTo>
                    <a:cubicBezTo>
                      <a:pt x="73217" y="105563"/>
                      <a:pt x="75513" y="111097"/>
                      <a:pt x="78465" y="115361"/>
                    </a:cubicBezTo>
                    <a:cubicBezTo>
                      <a:pt x="81417" y="119625"/>
                      <a:pt x="85351" y="123396"/>
                      <a:pt x="88303" y="125938"/>
                    </a:cubicBezTo>
                    <a:cubicBezTo>
                      <a:pt x="91255" y="128480"/>
                      <a:pt x="94863" y="129832"/>
                      <a:pt x="96175" y="130611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7" name="Google Shape;137;p11"/>
              <p:cNvSpPr/>
              <p:nvPr/>
            </p:nvSpPr>
            <p:spPr>
              <a:xfrm>
                <a:off x="7034800" y="245975"/>
                <a:ext cx="737900" cy="750725"/>
              </a:xfrm>
              <a:custGeom>
                <a:rect b="b" l="l" r="r" t="t"/>
                <a:pathLst>
                  <a:path extrusionOk="0" h="30029" w="29516">
                    <a:moveTo>
                      <a:pt x="29516" y="0"/>
                    </a:moveTo>
                    <a:cubicBezTo>
                      <a:pt x="27753" y="656"/>
                      <a:pt x="22138" y="2213"/>
                      <a:pt x="18940" y="3935"/>
                    </a:cubicBezTo>
                    <a:cubicBezTo>
                      <a:pt x="15743" y="5657"/>
                      <a:pt x="11725" y="8199"/>
                      <a:pt x="10331" y="10331"/>
                    </a:cubicBezTo>
                    <a:cubicBezTo>
                      <a:pt x="8937" y="12463"/>
                      <a:pt x="10289" y="14840"/>
                      <a:pt x="10576" y="16726"/>
                    </a:cubicBezTo>
                    <a:cubicBezTo>
                      <a:pt x="10863" y="18612"/>
                      <a:pt x="12462" y="19595"/>
                      <a:pt x="12052" y="21645"/>
                    </a:cubicBezTo>
                    <a:cubicBezTo>
                      <a:pt x="11642" y="23695"/>
                      <a:pt x="10126" y="27631"/>
                      <a:pt x="8117" y="29025"/>
                    </a:cubicBezTo>
                    <a:cubicBezTo>
                      <a:pt x="6108" y="30419"/>
                      <a:pt x="1353" y="29844"/>
                      <a:pt x="0" y="30008"/>
                    </a:cubicBez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8" name="Google Shape;138;p11"/>
              <p:cNvSpPr/>
              <p:nvPr/>
            </p:nvSpPr>
            <p:spPr>
              <a:xfrm>
                <a:off x="8811950" y="651825"/>
                <a:ext cx="245950" cy="356650"/>
              </a:xfrm>
              <a:custGeom>
                <a:rect b="b" l="l" r="r" t="t"/>
                <a:pathLst>
                  <a:path extrusionOk="0" h="14266" w="9838">
                    <a:moveTo>
                      <a:pt x="0" y="14266"/>
                    </a:moveTo>
                    <a:cubicBezTo>
                      <a:pt x="697" y="13733"/>
                      <a:pt x="3525" y="12750"/>
                      <a:pt x="4181" y="11069"/>
                    </a:cubicBezTo>
                    <a:cubicBezTo>
                      <a:pt x="4837" y="9388"/>
                      <a:pt x="3484" y="5699"/>
                      <a:pt x="3935" y="4182"/>
                    </a:cubicBezTo>
                    <a:cubicBezTo>
                      <a:pt x="4386" y="2665"/>
                      <a:pt x="5903" y="2665"/>
                      <a:pt x="6887" y="1968"/>
                    </a:cubicBezTo>
                    <a:cubicBezTo>
                      <a:pt x="7871" y="1271"/>
                      <a:pt x="9346" y="328"/>
                      <a:pt x="9838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9" name="Google Shape;139;p11"/>
              <p:cNvSpPr/>
              <p:nvPr/>
            </p:nvSpPr>
            <p:spPr>
              <a:xfrm>
                <a:off x="8781200" y="1783300"/>
                <a:ext cx="393550" cy="296450"/>
              </a:xfrm>
              <a:custGeom>
                <a:rect b="b" l="l" r="r" t="t"/>
                <a:pathLst>
                  <a:path extrusionOk="0" h="11858" w="15742">
                    <a:moveTo>
                      <a:pt x="0" y="0"/>
                    </a:moveTo>
                    <a:cubicBezTo>
                      <a:pt x="738" y="1804"/>
                      <a:pt x="2828" y="8937"/>
                      <a:pt x="4427" y="10823"/>
                    </a:cubicBezTo>
                    <a:cubicBezTo>
                      <a:pt x="6026" y="12709"/>
                      <a:pt x="7707" y="11397"/>
                      <a:pt x="9593" y="11315"/>
                    </a:cubicBezTo>
                    <a:cubicBezTo>
                      <a:pt x="11479" y="11233"/>
                      <a:pt x="14717" y="10495"/>
                      <a:pt x="15742" y="10331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0" name="Google Shape;140;p11"/>
              <p:cNvSpPr/>
              <p:nvPr/>
            </p:nvSpPr>
            <p:spPr>
              <a:xfrm>
                <a:off x="7994075" y="1549625"/>
                <a:ext cx="252125" cy="737900"/>
              </a:xfrm>
              <a:custGeom>
                <a:rect b="b" l="l" r="r" t="t"/>
                <a:pathLst>
                  <a:path extrusionOk="0" h="29516" w="10085">
                    <a:moveTo>
                      <a:pt x="10085" y="29516"/>
                    </a:moveTo>
                    <a:cubicBezTo>
                      <a:pt x="9142" y="28409"/>
                      <a:pt x="5494" y="25212"/>
                      <a:pt x="4428" y="22875"/>
                    </a:cubicBezTo>
                    <a:cubicBezTo>
                      <a:pt x="3362" y="20538"/>
                      <a:pt x="3403" y="17956"/>
                      <a:pt x="3690" y="15496"/>
                    </a:cubicBezTo>
                    <a:cubicBezTo>
                      <a:pt x="3977" y="13036"/>
                      <a:pt x="5822" y="10249"/>
                      <a:pt x="6150" y="8117"/>
                    </a:cubicBezTo>
                    <a:cubicBezTo>
                      <a:pt x="6478" y="5985"/>
                      <a:pt x="6683" y="4059"/>
                      <a:pt x="5658" y="2706"/>
                    </a:cubicBezTo>
                    <a:cubicBezTo>
                      <a:pt x="4633" y="1353"/>
                      <a:pt x="943" y="451"/>
                      <a:pt x="0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1" name="Google Shape;141;p11"/>
              <p:cNvSpPr/>
              <p:nvPr/>
            </p:nvSpPr>
            <p:spPr>
              <a:xfrm>
                <a:off x="6647375" y="-166025"/>
                <a:ext cx="2545825" cy="3179175"/>
              </a:xfrm>
              <a:custGeom>
                <a:rect b="b" l="l" r="r" t="t"/>
                <a:pathLst>
                  <a:path extrusionOk="0" h="127167" w="101833">
                    <a:moveTo>
                      <a:pt x="0" y="0"/>
                    </a:moveTo>
                    <a:cubicBezTo>
                      <a:pt x="6518" y="2050"/>
                      <a:pt x="29312" y="7010"/>
                      <a:pt x="39110" y="12298"/>
                    </a:cubicBezTo>
                    <a:cubicBezTo>
                      <a:pt x="48908" y="17586"/>
                      <a:pt x="51491" y="26811"/>
                      <a:pt x="58788" y="31730"/>
                    </a:cubicBezTo>
                    <a:cubicBezTo>
                      <a:pt x="66085" y="36650"/>
                      <a:pt x="77851" y="36937"/>
                      <a:pt x="82893" y="41815"/>
                    </a:cubicBezTo>
                    <a:cubicBezTo>
                      <a:pt x="87935" y="46694"/>
                      <a:pt x="88386" y="55303"/>
                      <a:pt x="89042" y="61001"/>
                    </a:cubicBezTo>
                    <a:cubicBezTo>
                      <a:pt x="89698" y="66699"/>
                      <a:pt x="90559" y="70512"/>
                      <a:pt x="86828" y="76005"/>
                    </a:cubicBezTo>
                    <a:cubicBezTo>
                      <a:pt x="83098" y="81498"/>
                      <a:pt x="70431" y="89370"/>
                      <a:pt x="66659" y="93961"/>
                    </a:cubicBezTo>
                    <a:cubicBezTo>
                      <a:pt x="62888" y="98553"/>
                      <a:pt x="63666" y="100028"/>
                      <a:pt x="64199" y="103554"/>
                    </a:cubicBezTo>
                    <a:cubicBezTo>
                      <a:pt x="64732" y="107080"/>
                      <a:pt x="66740" y="112163"/>
                      <a:pt x="69856" y="115115"/>
                    </a:cubicBezTo>
                    <a:cubicBezTo>
                      <a:pt x="72972" y="118067"/>
                      <a:pt x="77564" y="119255"/>
                      <a:pt x="82893" y="121264"/>
                    </a:cubicBezTo>
                    <a:cubicBezTo>
                      <a:pt x="88223" y="123273"/>
                      <a:pt x="98676" y="126183"/>
                      <a:pt x="101833" y="127167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42" name="Google Shape;142;p11"/>
            <p:cNvSpPr/>
            <p:nvPr/>
          </p:nvSpPr>
          <p:spPr>
            <a:xfrm>
              <a:off x="-33525" y="-39100"/>
              <a:ext cx="1446750" cy="893776"/>
            </a:xfrm>
            <a:custGeom>
              <a:rect b="b" l="l" r="r" t="t"/>
              <a:pathLst>
                <a:path extrusionOk="0" h="45776" w="57870">
                  <a:moveTo>
                    <a:pt x="0" y="45357"/>
                  </a:moveTo>
                  <a:cubicBezTo>
                    <a:pt x="1155" y="45357"/>
                    <a:pt x="4283" y="46251"/>
                    <a:pt x="6927" y="45357"/>
                  </a:cubicBezTo>
                  <a:cubicBezTo>
                    <a:pt x="9571" y="44463"/>
                    <a:pt x="13183" y="41744"/>
                    <a:pt x="15864" y="39994"/>
                  </a:cubicBezTo>
                  <a:cubicBezTo>
                    <a:pt x="18545" y="38244"/>
                    <a:pt x="20742" y="36792"/>
                    <a:pt x="23014" y="34856"/>
                  </a:cubicBezTo>
                  <a:cubicBezTo>
                    <a:pt x="25286" y="32920"/>
                    <a:pt x="27818" y="30573"/>
                    <a:pt x="29494" y="28376"/>
                  </a:cubicBezTo>
                  <a:cubicBezTo>
                    <a:pt x="31170" y="26179"/>
                    <a:pt x="31431" y="23014"/>
                    <a:pt x="33069" y="21673"/>
                  </a:cubicBezTo>
                  <a:cubicBezTo>
                    <a:pt x="34708" y="20332"/>
                    <a:pt x="37463" y="21784"/>
                    <a:pt x="39325" y="20332"/>
                  </a:cubicBezTo>
                  <a:cubicBezTo>
                    <a:pt x="41187" y="18880"/>
                    <a:pt x="42937" y="15380"/>
                    <a:pt x="44240" y="12959"/>
                  </a:cubicBezTo>
                  <a:cubicBezTo>
                    <a:pt x="45543" y="10539"/>
                    <a:pt x="45581" y="7187"/>
                    <a:pt x="47145" y="5809"/>
                  </a:cubicBezTo>
                  <a:cubicBezTo>
                    <a:pt x="48709" y="4431"/>
                    <a:pt x="51837" y="5660"/>
                    <a:pt x="53624" y="4692"/>
                  </a:cubicBezTo>
                  <a:cubicBezTo>
                    <a:pt x="55412" y="3724"/>
                    <a:pt x="57162" y="782"/>
                    <a:pt x="57870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3"/>
          <p:cNvGrpSpPr/>
          <p:nvPr/>
        </p:nvGrpSpPr>
        <p:grpSpPr>
          <a:xfrm>
            <a:off x="-73800" y="-1051988"/>
            <a:ext cx="10620079" cy="6329294"/>
            <a:chOff x="-73800" y="-1051988"/>
            <a:chExt cx="10620079" cy="6329294"/>
          </a:xfrm>
        </p:grpSpPr>
        <p:sp>
          <p:nvSpPr>
            <p:cNvPr id="146" name="Google Shape;146;p13"/>
            <p:cNvSpPr/>
            <p:nvPr/>
          </p:nvSpPr>
          <p:spPr>
            <a:xfrm>
              <a:off x="-67650" y="657975"/>
              <a:ext cx="719475" cy="468875"/>
            </a:xfrm>
            <a:custGeom>
              <a:rect b="b" l="l" r="r" t="t"/>
              <a:pathLst>
                <a:path extrusionOk="0" h="18755" w="28779">
                  <a:moveTo>
                    <a:pt x="28779" y="18694"/>
                  </a:moveTo>
                  <a:cubicBezTo>
                    <a:pt x="27098" y="18530"/>
                    <a:pt x="21523" y="19268"/>
                    <a:pt x="18694" y="17710"/>
                  </a:cubicBezTo>
                  <a:cubicBezTo>
                    <a:pt x="15865" y="16152"/>
                    <a:pt x="13652" y="11561"/>
                    <a:pt x="11807" y="9347"/>
                  </a:cubicBezTo>
                  <a:cubicBezTo>
                    <a:pt x="9962" y="7133"/>
                    <a:pt x="9593" y="5985"/>
                    <a:pt x="7625" y="4427"/>
                  </a:cubicBezTo>
                  <a:cubicBezTo>
                    <a:pt x="5657" y="2869"/>
                    <a:pt x="1271" y="738"/>
                    <a:pt x="0" y="0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7" name="Google Shape;147;p13"/>
            <p:cNvSpPr/>
            <p:nvPr/>
          </p:nvSpPr>
          <p:spPr>
            <a:xfrm>
              <a:off x="591385" y="-122975"/>
              <a:ext cx="233375" cy="780950"/>
            </a:xfrm>
            <a:custGeom>
              <a:rect b="b" l="l" r="r" t="t"/>
              <a:pathLst>
                <a:path extrusionOk="0" h="31238" w="9335">
                  <a:moveTo>
                    <a:pt x="696" y="0"/>
                  </a:moveTo>
                  <a:cubicBezTo>
                    <a:pt x="2131" y="1681"/>
                    <a:pt x="9059" y="6764"/>
                    <a:pt x="9305" y="10084"/>
                  </a:cubicBezTo>
                  <a:cubicBezTo>
                    <a:pt x="9551" y="13405"/>
                    <a:pt x="3648" y="17258"/>
                    <a:pt x="2172" y="19923"/>
                  </a:cubicBezTo>
                  <a:cubicBezTo>
                    <a:pt x="696" y="22588"/>
                    <a:pt x="-739" y="24187"/>
                    <a:pt x="450" y="26073"/>
                  </a:cubicBezTo>
                  <a:cubicBezTo>
                    <a:pt x="1639" y="27959"/>
                    <a:pt x="7829" y="30377"/>
                    <a:pt x="9305" y="31238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8" name="Google Shape;148;p13"/>
            <p:cNvSpPr/>
            <p:nvPr/>
          </p:nvSpPr>
          <p:spPr>
            <a:xfrm>
              <a:off x="-49200" y="192420"/>
              <a:ext cx="842450" cy="1271100"/>
            </a:xfrm>
            <a:custGeom>
              <a:rect b="b" l="l" r="r" t="t"/>
              <a:pathLst>
                <a:path extrusionOk="0" h="50844" w="33698">
                  <a:moveTo>
                    <a:pt x="0" y="50844"/>
                  </a:moveTo>
                  <a:cubicBezTo>
                    <a:pt x="738" y="48548"/>
                    <a:pt x="3567" y="41825"/>
                    <a:pt x="4428" y="37070"/>
                  </a:cubicBezTo>
                  <a:cubicBezTo>
                    <a:pt x="5289" y="32315"/>
                    <a:pt x="4756" y="26863"/>
                    <a:pt x="5166" y="22312"/>
                  </a:cubicBezTo>
                  <a:cubicBezTo>
                    <a:pt x="5576" y="17762"/>
                    <a:pt x="5534" y="13293"/>
                    <a:pt x="6887" y="9767"/>
                  </a:cubicBezTo>
                  <a:cubicBezTo>
                    <a:pt x="8240" y="6241"/>
                    <a:pt x="10700" y="2757"/>
                    <a:pt x="13283" y="1158"/>
                  </a:cubicBezTo>
                  <a:cubicBezTo>
                    <a:pt x="15866" y="-441"/>
                    <a:pt x="18982" y="133"/>
                    <a:pt x="22384" y="174"/>
                  </a:cubicBezTo>
                  <a:cubicBezTo>
                    <a:pt x="25787" y="215"/>
                    <a:pt x="31812" y="1199"/>
                    <a:pt x="33698" y="1404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9" name="Google Shape;149;p13"/>
            <p:cNvSpPr/>
            <p:nvPr/>
          </p:nvSpPr>
          <p:spPr>
            <a:xfrm>
              <a:off x="-73800" y="-249562"/>
              <a:ext cx="2084622" cy="3474345"/>
            </a:xfrm>
            <a:custGeom>
              <a:rect b="b" l="l" r="r" t="t"/>
              <a:pathLst>
                <a:path extrusionOk="0" h="134054" w="80433">
                  <a:moveTo>
                    <a:pt x="0" y="134054"/>
                  </a:moveTo>
                  <a:cubicBezTo>
                    <a:pt x="1968" y="131553"/>
                    <a:pt x="9306" y="125609"/>
                    <a:pt x="11807" y="119050"/>
                  </a:cubicBezTo>
                  <a:cubicBezTo>
                    <a:pt x="14308" y="112491"/>
                    <a:pt x="13118" y="102570"/>
                    <a:pt x="15004" y="94699"/>
                  </a:cubicBezTo>
                  <a:cubicBezTo>
                    <a:pt x="16890" y="86828"/>
                    <a:pt x="20333" y="80925"/>
                    <a:pt x="23121" y="71824"/>
                  </a:cubicBezTo>
                  <a:cubicBezTo>
                    <a:pt x="25909" y="62723"/>
                    <a:pt x="28737" y="47636"/>
                    <a:pt x="31730" y="40093"/>
                  </a:cubicBezTo>
                  <a:cubicBezTo>
                    <a:pt x="34723" y="32550"/>
                    <a:pt x="34354" y="32304"/>
                    <a:pt x="41077" y="26565"/>
                  </a:cubicBezTo>
                  <a:cubicBezTo>
                    <a:pt x="47800" y="20826"/>
                    <a:pt x="65511" y="10085"/>
                    <a:pt x="72070" y="5657"/>
                  </a:cubicBezTo>
                  <a:cubicBezTo>
                    <a:pt x="78629" y="1230"/>
                    <a:pt x="79039" y="943"/>
                    <a:pt x="80433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0" name="Google Shape;150;p13"/>
            <p:cNvSpPr/>
            <p:nvPr/>
          </p:nvSpPr>
          <p:spPr>
            <a:xfrm flipH="1" rot="2497583">
              <a:off x="8493258" y="-65907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681481" y="4063425"/>
              <a:ext cx="1547531" cy="1213880"/>
            </a:xfrm>
            <a:custGeom>
              <a:rect b="b" l="l" r="r" t="t"/>
              <a:pathLst>
                <a:path extrusionOk="0" h="42061" w="53622">
                  <a:moveTo>
                    <a:pt x="53622" y="0"/>
                  </a:moveTo>
                  <a:cubicBezTo>
                    <a:pt x="52515" y="1517"/>
                    <a:pt x="49400" y="5453"/>
                    <a:pt x="46981" y="9101"/>
                  </a:cubicBezTo>
                  <a:cubicBezTo>
                    <a:pt x="44562" y="12750"/>
                    <a:pt x="41201" y="18734"/>
                    <a:pt x="39110" y="21891"/>
                  </a:cubicBezTo>
                  <a:cubicBezTo>
                    <a:pt x="37019" y="25048"/>
                    <a:pt x="36896" y="26237"/>
                    <a:pt x="34436" y="28041"/>
                  </a:cubicBezTo>
                  <a:cubicBezTo>
                    <a:pt x="31976" y="29845"/>
                    <a:pt x="28287" y="31320"/>
                    <a:pt x="24351" y="32714"/>
                  </a:cubicBezTo>
                  <a:cubicBezTo>
                    <a:pt x="20416" y="34108"/>
                    <a:pt x="14882" y="34846"/>
                    <a:pt x="10823" y="36404"/>
                  </a:cubicBezTo>
                  <a:cubicBezTo>
                    <a:pt x="6765" y="37962"/>
                    <a:pt x="1804" y="41118"/>
                    <a:pt x="0" y="4206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52" name="Google Shape;152;p13"/>
          <p:cNvSpPr txBox="1"/>
          <p:nvPr>
            <p:ph type="title"/>
          </p:nvPr>
        </p:nvSpPr>
        <p:spPr>
          <a:xfrm>
            <a:off x="758775" y="368825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3"/>
          <p:cNvSpPr txBox="1"/>
          <p:nvPr>
            <p:ph hasCustomPrompt="1" idx="2" type="title"/>
          </p:nvPr>
        </p:nvSpPr>
        <p:spPr>
          <a:xfrm>
            <a:off x="1569075" y="1279186"/>
            <a:ext cx="8547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/>
          <p:nvPr>
            <p:ph idx="3" type="title"/>
          </p:nvPr>
        </p:nvSpPr>
        <p:spPr>
          <a:xfrm>
            <a:off x="845925" y="184127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5" name="Google Shape;155;p13"/>
          <p:cNvSpPr txBox="1"/>
          <p:nvPr>
            <p:ph idx="4" type="title"/>
          </p:nvPr>
        </p:nvSpPr>
        <p:spPr>
          <a:xfrm>
            <a:off x="937275" y="222047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56" name="Google Shape;156;p13"/>
          <p:cNvSpPr txBox="1"/>
          <p:nvPr>
            <p:ph hasCustomPrompt="1" idx="5" type="title"/>
          </p:nvPr>
        </p:nvSpPr>
        <p:spPr>
          <a:xfrm>
            <a:off x="4158375" y="1287794"/>
            <a:ext cx="8271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7" name="Google Shape;157;p13"/>
          <p:cNvSpPr txBox="1"/>
          <p:nvPr>
            <p:ph idx="6" type="title"/>
          </p:nvPr>
        </p:nvSpPr>
        <p:spPr>
          <a:xfrm>
            <a:off x="3421425" y="184127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8" name="Google Shape;158;p13"/>
          <p:cNvSpPr txBox="1"/>
          <p:nvPr>
            <p:ph idx="7" type="title"/>
          </p:nvPr>
        </p:nvSpPr>
        <p:spPr>
          <a:xfrm>
            <a:off x="3512775" y="222047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59" name="Google Shape;159;p13"/>
          <p:cNvSpPr txBox="1"/>
          <p:nvPr>
            <p:ph hasCustomPrompt="1" idx="8" type="title"/>
          </p:nvPr>
        </p:nvSpPr>
        <p:spPr>
          <a:xfrm>
            <a:off x="1582875" y="3101139"/>
            <a:ext cx="8271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0" name="Google Shape;160;p13"/>
          <p:cNvSpPr txBox="1"/>
          <p:nvPr>
            <p:ph idx="9" type="title"/>
          </p:nvPr>
        </p:nvSpPr>
        <p:spPr>
          <a:xfrm>
            <a:off x="845925" y="365957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1" name="Google Shape;161;p13"/>
          <p:cNvSpPr txBox="1"/>
          <p:nvPr>
            <p:ph idx="13" type="title"/>
          </p:nvPr>
        </p:nvSpPr>
        <p:spPr>
          <a:xfrm>
            <a:off x="937275" y="403877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2" name="Google Shape;162;p13"/>
          <p:cNvSpPr txBox="1"/>
          <p:nvPr>
            <p:ph hasCustomPrompt="1" idx="14" type="title"/>
          </p:nvPr>
        </p:nvSpPr>
        <p:spPr>
          <a:xfrm>
            <a:off x="4158375" y="3101139"/>
            <a:ext cx="8271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/>
          <p:nvPr>
            <p:ph idx="15" type="title"/>
          </p:nvPr>
        </p:nvSpPr>
        <p:spPr>
          <a:xfrm>
            <a:off x="3421425" y="365957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4" name="Google Shape;164;p13"/>
          <p:cNvSpPr txBox="1"/>
          <p:nvPr>
            <p:ph idx="16" type="title"/>
          </p:nvPr>
        </p:nvSpPr>
        <p:spPr>
          <a:xfrm>
            <a:off x="3512775" y="403877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5" name="Google Shape;165;p13"/>
          <p:cNvSpPr txBox="1"/>
          <p:nvPr>
            <p:ph hasCustomPrompt="1" idx="17" type="title"/>
          </p:nvPr>
        </p:nvSpPr>
        <p:spPr>
          <a:xfrm>
            <a:off x="6733875" y="1287794"/>
            <a:ext cx="8271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/>
          <p:nvPr>
            <p:ph idx="18" type="title"/>
          </p:nvPr>
        </p:nvSpPr>
        <p:spPr>
          <a:xfrm>
            <a:off x="5996925" y="184127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7" name="Google Shape;167;p13"/>
          <p:cNvSpPr txBox="1"/>
          <p:nvPr>
            <p:ph idx="19" type="title"/>
          </p:nvPr>
        </p:nvSpPr>
        <p:spPr>
          <a:xfrm>
            <a:off x="6088275" y="222047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8" name="Google Shape;168;p13"/>
          <p:cNvSpPr txBox="1"/>
          <p:nvPr>
            <p:ph hasCustomPrompt="1" idx="20" type="title"/>
          </p:nvPr>
        </p:nvSpPr>
        <p:spPr>
          <a:xfrm>
            <a:off x="6733875" y="3101139"/>
            <a:ext cx="8271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69" name="Google Shape;169;p13"/>
          <p:cNvSpPr txBox="1"/>
          <p:nvPr>
            <p:ph idx="21" type="title"/>
          </p:nvPr>
        </p:nvSpPr>
        <p:spPr>
          <a:xfrm>
            <a:off x="5996925" y="365957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" name="Google Shape;170;p13"/>
          <p:cNvSpPr txBox="1"/>
          <p:nvPr>
            <p:ph idx="22" type="title"/>
          </p:nvPr>
        </p:nvSpPr>
        <p:spPr>
          <a:xfrm>
            <a:off x="6088275" y="403877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2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740100" y="368722"/>
            <a:ext cx="7663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14">
            <a:hlinkClick/>
          </p:cNvPr>
          <p:cNvSpPr txBox="1"/>
          <p:nvPr>
            <p:ph hasCustomPrompt="1" idx="2" type="title"/>
          </p:nvPr>
        </p:nvSpPr>
        <p:spPr>
          <a:xfrm>
            <a:off x="1569150" y="1678536"/>
            <a:ext cx="854700" cy="54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4" name="Google Shape;174;p14">
            <a:hlinkClick/>
          </p:cNvPr>
          <p:cNvSpPr txBox="1"/>
          <p:nvPr>
            <p:ph idx="3" type="title"/>
          </p:nvPr>
        </p:nvSpPr>
        <p:spPr>
          <a:xfrm>
            <a:off x="846000" y="224062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5" name="Google Shape;175;p14">
            <a:hlinkClick/>
          </p:cNvPr>
          <p:cNvSpPr txBox="1"/>
          <p:nvPr>
            <p:ph idx="4" type="title"/>
          </p:nvPr>
        </p:nvSpPr>
        <p:spPr>
          <a:xfrm>
            <a:off x="937350" y="261982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6" name="Google Shape;176;p14"/>
          <p:cNvSpPr txBox="1"/>
          <p:nvPr>
            <p:ph hasCustomPrompt="1" idx="5" type="title"/>
          </p:nvPr>
        </p:nvSpPr>
        <p:spPr>
          <a:xfrm>
            <a:off x="4158450" y="1687144"/>
            <a:ext cx="8271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7" name="Google Shape;177;p14"/>
          <p:cNvSpPr txBox="1"/>
          <p:nvPr>
            <p:ph idx="6" type="title"/>
          </p:nvPr>
        </p:nvSpPr>
        <p:spPr>
          <a:xfrm>
            <a:off x="3421500" y="224062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8" name="Google Shape;178;p14">
            <a:hlinkClick/>
          </p:cNvPr>
          <p:cNvSpPr txBox="1"/>
          <p:nvPr>
            <p:ph idx="7" type="title"/>
          </p:nvPr>
        </p:nvSpPr>
        <p:spPr>
          <a:xfrm>
            <a:off x="3512850" y="261982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9" name="Google Shape;179;p14"/>
          <p:cNvSpPr txBox="1"/>
          <p:nvPr>
            <p:ph hasCustomPrompt="1" idx="8" type="title"/>
          </p:nvPr>
        </p:nvSpPr>
        <p:spPr>
          <a:xfrm>
            <a:off x="6733950" y="1687144"/>
            <a:ext cx="8271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3000">
                <a:solidFill>
                  <a:schemeClr val="dk2"/>
                </a:solidFill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0" name="Google Shape;180;p14"/>
          <p:cNvSpPr txBox="1"/>
          <p:nvPr>
            <p:ph idx="9" type="title"/>
          </p:nvPr>
        </p:nvSpPr>
        <p:spPr>
          <a:xfrm>
            <a:off x="5997000" y="2240625"/>
            <a:ext cx="230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1" name="Google Shape;181;p14">
            <a:hlinkClick/>
          </p:cNvPr>
          <p:cNvSpPr txBox="1"/>
          <p:nvPr>
            <p:ph idx="13" type="title"/>
          </p:nvPr>
        </p:nvSpPr>
        <p:spPr>
          <a:xfrm>
            <a:off x="6088350" y="2619825"/>
            <a:ext cx="21183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grpSp>
        <p:nvGrpSpPr>
          <p:cNvPr id="182" name="Google Shape;182;p14"/>
          <p:cNvGrpSpPr/>
          <p:nvPr/>
        </p:nvGrpSpPr>
        <p:grpSpPr>
          <a:xfrm flipH="1">
            <a:off x="-61450" y="-56275"/>
            <a:ext cx="9272475" cy="5344891"/>
            <a:chOff x="-61450" y="-56275"/>
            <a:chExt cx="9272475" cy="5344891"/>
          </a:xfrm>
        </p:grpSpPr>
        <p:sp>
          <p:nvSpPr>
            <p:cNvPr id="183" name="Google Shape;183;p14"/>
            <p:cNvSpPr/>
            <p:nvPr/>
          </p:nvSpPr>
          <p:spPr>
            <a:xfrm>
              <a:off x="3223025" y="4848493"/>
              <a:ext cx="368875" cy="374250"/>
            </a:xfrm>
            <a:custGeom>
              <a:rect b="b" l="l" r="r" t="t"/>
              <a:pathLst>
                <a:path extrusionOk="0" h="14970" w="14755">
                  <a:moveTo>
                    <a:pt x="14746" y="0"/>
                  </a:moveTo>
                  <a:cubicBezTo>
                    <a:pt x="14709" y="410"/>
                    <a:pt x="14858" y="1453"/>
                    <a:pt x="14523" y="2458"/>
                  </a:cubicBezTo>
                  <a:cubicBezTo>
                    <a:pt x="14188" y="3464"/>
                    <a:pt x="13742" y="5102"/>
                    <a:pt x="12736" y="6033"/>
                  </a:cubicBezTo>
                  <a:cubicBezTo>
                    <a:pt x="11731" y="6964"/>
                    <a:pt x="9831" y="7337"/>
                    <a:pt x="8490" y="8044"/>
                  </a:cubicBezTo>
                  <a:cubicBezTo>
                    <a:pt x="7149" y="8752"/>
                    <a:pt x="5809" y="9422"/>
                    <a:pt x="4692" y="10278"/>
                  </a:cubicBezTo>
                  <a:cubicBezTo>
                    <a:pt x="3575" y="11135"/>
                    <a:pt x="2569" y="12401"/>
                    <a:pt x="1787" y="13183"/>
                  </a:cubicBezTo>
                  <a:cubicBezTo>
                    <a:pt x="1005" y="13965"/>
                    <a:pt x="298" y="14672"/>
                    <a:pt x="0" y="1497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4" name="Google Shape;184;p14"/>
            <p:cNvSpPr/>
            <p:nvPr/>
          </p:nvSpPr>
          <p:spPr>
            <a:xfrm>
              <a:off x="396586" y="4417229"/>
              <a:ext cx="955203" cy="737316"/>
            </a:xfrm>
            <a:custGeom>
              <a:rect b="b" l="l" r="r" t="t"/>
              <a:pathLst>
                <a:path extrusionOk="0" h="30386" w="37984">
                  <a:moveTo>
                    <a:pt x="0" y="0"/>
                  </a:moveTo>
                  <a:cubicBezTo>
                    <a:pt x="1341" y="1303"/>
                    <a:pt x="6219" y="5549"/>
                    <a:pt x="8044" y="7820"/>
                  </a:cubicBezTo>
                  <a:cubicBezTo>
                    <a:pt x="9869" y="10092"/>
                    <a:pt x="9460" y="12102"/>
                    <a:pt x="10949" y="13629"/>
                  </a:cubicBezTo>
                  <a:cubicBezTo>
                    <a:pt x="12439" y="15156"/>
                    <a:pt x="15082" y="16273"/>
                    <a:pt x="16981" y="16980"/>
                  </a:cubicBezTo>
                  <a:cubicBezTo>
                    <a:pt x="18880" y="17688"/>
                    <a:pt x="20184" y="17278"/>
                    <a:pt x="22344" y="17874"/>
                  </a:cubicBezTo>
                  <a:cubicBezTo>
                    <a:pt x="24504" y="18470"/>
                    <a:pt x="27966" y="19103"/>
                    <a:pt x="29940" y="20555"/>
                  </a:cubicBezTo>
                  <a:cubicBezTo>
                    <a:pt x="31914" y="22007"/>
                    <a:pt x="32845" y="24950"/>
                    <a:pt x="34186" y="26588"/>
                  </a:cubicBezTo>
                  <a:cubicBezTo>
                    <a:pt x="35527" y="28227"/>
                    <a:pt x="37351" y="29753"/>
                    <a:pt x="37984" y="30386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5" name="Google Shape;185;p14"/>
            <p:cNvSpPr/>
            <p:nvPr/>
          </p:nvSpPr>
          <p:spPr>
            <a:xfrm>
              <a:off x="245750" y="4358641"/>
              <a:ext cx="430125" cy="929975"/>
            </a:xfrm>
            <a:custGeom>
              <a:rect b="b" l="l" r="r" t="t"/>
              <a:pathLst>
                <a:path extrusionOk="0" h="37199" w="17205">
                  <a:moveTo>
                    <a:pt x="9385" y="379"/>
                  </a:moveTo>
                  <a:cubicBezTo>
                    <a:pt x="9385" y="342"/>
                    <a:pt x="9906" y="-283"/>
                    <a:pt x="9385" y="156"/>
                  </a:cubicBezTo>
                  <a:cubicBezTo>
                    <a:pt x="8864" y="595"/>
                    <a:pt x="7486" y="1942"/>
                    <a:pt x="6257" y="3014"/>
                  </a:cubicBezTo>
                  <a:cubicBezTo>
                    <a:pt x="5028" y="4086"/>
                    <a:pt x="3055" y="4690"/>
                    <a:pt x="2012" y="6589"/>
                  </a:cubicBezTo>
                  <a:cubicBezTo>
                    <a:pt x="969" y="8488"/>
                    <a:pt x="-36" y="11877"/>
                    <a:pt x="1" y="14409"/>
                  </a:cubicBezTo>
                  <a:cubicBezTo>
                    <a:pt x="38" y="16941"/>
                    <a:pt x="1267" y="19734"/>
                    <a:pt x="2235" y="21782"/>
                  </a:cubicBezTo>
                  <a:cubicBezTo>
                    <a:pt x="3203" y="23830"/>
                    <a:pt x="4097" y="24985"/>
                    <a:pt x="5810" y="26698"/>
                  </a:cubicBezTo>
                  <a:cubicBezTo>
                    <a:pt x="7523" y="28411"/>
                    <a:pt x="10614" y="30310"/>
                    <a:pt x="12513" y="32060"/>
                  </a:cubicBezTo>
                  <a:cubicBezTo>
                    <a:pt x="14412" y="33810"/>
                    <a:pt x="16423" y="36343"/>
                    <a:pt x="17205" y="37199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6" name="Google Shape;186;p14"/>
            <p:cNvSpPr/>
            <p:nvPr/>
          </p:nvSpPr>
          <p:spPr>
            <a:xfrm>
              <a:off x="-61450" y="4204956"/>
              <a:ext cx="1843725" cy="813300"/>
            </a:xfrm>
            <a:custGeom>
              <a:rect b="b" l="l" r="r" t="t"/>
              <a:pathLst>
                <a:path extrusionOk="0" h="32532" w="73749">
                  <a:moveTo>
                    <a:pt x="0" y="717"/>
                  </a:moveTo>
                  <a:cubicBezTo>
                    <a:pt x="1564" y="643"/>
                    <a:pt x="6144" y="-511"/>
                    <a:pt x="9384" y="271"/>
                  </a:cubicBezTo>
                  <a:cubicBezTo>
                    <a:pt x="12624" y="1053"/>
                    <a:pt x="16348" y="4256"/>
                    <a:pt x="19439" y="5410"/>
                  </a:cubicBezTo>
                  <a:cubicBezTo>
                    <a:pt x="22530" y="6564"/>
                    <a:pt x="25248" y="6117"/>
                    <a:pt x="27929" y="7197"/>
                  </a:cubicBezTo>
                  <a:cubicBezTo>
                    <a:pt x="30610" y="8277"/>
                    <a:pt x="32323" y="10958"/>
                    <a:pt x="35526" y="11889"/>
                  </a:cubicBezTo>
                  <a:cubicBezTo>
                    <a:pt x="38729" y="12820"/>
                    <a:pt x="43682" y="11517"/>
                    <a:pt x="47145" y="12783"/>
                  </a:cubicBezTo>
                  <a:cubicBezTo>
                    <a:pt x="50608" y="14049"/>
                    <a:pt x="53922" y="17810"/>
                    <a:pt x="56305" y="19486"/>
                  </a:cubicBezTo>
                  <a:cubicBezTo>
                    <a:pt x="58688" y="21162"/>
                    <a:pt x="59444" y="22206"/>
                    <a:pt x="61444" y="22837"/>
                  </a:cubicBezTo>
                  <a:cubicBezTo>
                    <a:pt x="63444" y="23469"/>
                    <a:pt x="66860" y="22611"/>
                    <a:pt x="68303" y="23275"/>
                  </a:cubicBezTo>
                  <a:cubicBezTo>
                    <a:pt x="69746" y="23939"/>
                    <a:pt x="69543" y="25777"/>
                    <a:pt x="70102" y="26819"/>
                  </a:cubicBezTo>
                  <a:cubicBezTo>
                    <a:pt x="70661" y="27861"/>
                    <a:pt x="71048" y="28577"/>
                    <a:pt x="71656" y="29529"/>
                  </a:cubicBezTo>
                  <a:cubicBezTo>
                    <a:pt x="72264" y="30481"/>
                    <a:pt x="73400" y="32032"/>
                    <a:pt x="73749" y="3253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7" name="Google Shape;187;p14"/>
            <p:cNvSpPr/>
            <p:nvPr/>
          </p:nvSpPr>
          <p:spPr>
            <a:xfrm>
              <a:off x="1768775" y="4748383"/>
              <a:ext cx="2610525" cy="485550"/>
            </a:xfrm>
            <a:custGeom>
              <a:rect b="b" l="l" r="r" t="t"/>
              <a:pathLst>
                <a:path extrusionOk="0" h="19422" w="104421">
                  <a:moveTo>
                    <a:pt x="0" y="10184"/>
                  </a:moveTo>
                  <a:cubicBezTo>
                    <a:pt x="1446" y="10563"/>
                    <a:pt x="5536" y="12481"/>
                    <a:pt x="8677" y="12457"/>
                  </a:cubicBezTo>
                  <a:cubicBezTo>
                    <a:pt x="11818" y="12433"/>
                    <a:pt x="15476" y="10292"/>
                    <a:pt x="18846" y="10038"/>
                  </a:cubicBezTo>
                  <a:cubicBezTo>
                    <a:pt x="22217" y="9784"/>
                    <a:pt x="26023" y="10613"/>
                    <a:pt x="28900" y="10931"/>
                  </a:cubicBezTo>
                  <a:cubicBezTo>
                    <a:pt x="31777" y="11250"/>
                    <a:pt x="33953" y="12167"/>
                    <a:pt x="36110" y="11949"/>
                  </a:cubicBezTo>
                  <a:cubicBezTo>
                    <a:pt x="38267" y="11731"/>
                    <a:pt x="39141" y="10740"/>
                    <a:pt x="41841" y="9621"/>
                  </a:cubicBezTo>
                  <a:cubicBezTo>
                    <a:pt x="44542" y="8502"/>
                    <a:pt x="49481" y="6389"/>
                    <a:pt x="52313" y="5234"/>
                  </a:cubicBezTo>
                  <a:cubicBezTo>
                    <a:pt x="55145" y="4079"/>
                    <a:pt x="56176" y="2925"/>
                    <a:pt x="58834" y="2691"/>
                  </a:cubicBezTo>
                  <a:cubicBezTo>
                    <a:pt x="61492" y="2458"/>
                    <a:pt x="65382" y="3767"/>
                    <a:pt x="68263" y="3833"/>
                  </a:cubicBezTo>
                  <a:cubicBezTo>
                    <a:pt x="71144" y="3899"/>
                    <a:pt x="73960" y="3726"/>
                    <a:pt x="76120" y="3088"/>
                  </a:cubicBezTo>
                  <a:cubicBezTo>
                    <a:pt x="78280" y="2450"/>
                    <a:pt x="78288" y="-124"/>
                    <a:pt x="81222" y="5"/>
                  </a:cubicBezTo>
                  <a:cubicBezTo>
                    <a:pt x="84156" y="134"/>
                    <a:pt x="89856" y="627"/>
                    <a:pt x="93722" y="3863"/>
                  </a:cubicBezTo>
                  <a:cubicBezTo>
                    <a:pt x="97589" y="7099"/>
                    <a:pt x="102638" y="16829"/>
                    <a:pt x="104421" y="1942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88" name="Google Shape;188;p14"/>
            <p:cNvSpPr/>
            <p:nvPr/>
          </p:nvSpPr>
          <p:spPr>
            <a:xfrm>
              <a:off x="1066900" y="5010493"/>
              <a:ext cx="709400" cy="262525"/>
            </a:xfrm>
            <a:custGeom>
              <a:rect b="b" l="l" r="r" t="t"/>
              <a:pathLst>
                <a:path extrusionOk="0" h="10501" w="28376">
                  <a:moveTo>
                    <a:pt x="28376" y="0"/>
                  </a:moveTo>
                  <a:cubicBezTo>
                    <a:pt x="27706" y="447"/>
                    <a:pt x="25993" y="2197"/>
                    <a:pt x="24354" y="2681"/>
                  </a:cubicBezTo>
                  <a:cubicBezTo>
                    <a:pt x="22716" y="3165"/>
                    <a:pt x="20817" y="2830"/>
                    <a:pt x="18545" y="2904"/>
                  </a:cubicBezTo>
                  <a:cubicBezTo>
                    <a:pt x="16274" y="2979"/>
                    <a:pt x="12401" y="2830"/>
                    <a:pt x="10725" y="3128"/>
                  </a:cubicBezTo>
                  <a:cubicBezTo>
                    <a:pt x="9049" y="3426"/>
                    <a:pt x="9682" y="4134"/>
                    <a:pt x="8490" y="4692"/>
                  </a:cubicBezTo>
                  <a:cubicBezTo>
                    <a:pt x="7298" y="5251"/>
                    <a:pt x="4990" y="5511"/>
                    <a:pt x="3575" y="6479"/>
                  </a:cubicBezTo>
                  <a:cubicBezTo>
                    <a:pt x="2160" y="7447"/>
                    <a:pt x="596" y="9831"/>
                    <a:pt x="0" y="105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189" name="Google Shape;189;p14"/>
            <p:cNvGrpSpPr/>
            <p:nvPr/>
          </p:nvGrpSpPr>
          <p:grpSpPr>
            <a:xfrm>
              <a:off x="6570175" y="-56275"/>
              <a:ext cx="2640850" cy="676300"/>
              <a:chOff x="6570175" y="-56275"/>
              <a:chExt cx="2640850" cy="676300"/>
            </a:xfrm>
          </p:grpSpPr>
          <p:sp>
            <p:nvSpPr>
              <p:cNvPr id="190" name="Google Shape;190;p14"/>
              <p:cNvSpPr/>
              <p:nvPr/>
            </p:nvSpPr>
            <p:spPr>
              <a:xfrm>
                <a:off x="7900575" y="-25600"/>
                <a:ext cx="317250" cy="240500"/>
              </a:xfrm>
              <a:custGeom>
                <a:rect b="b" l="l" r="r" t="t"/>
                <a:pathLst>
                  <a:path extrusionOk="0" h="9620" w="12690">
                    <a:moveTo>
                      <a:pt x="0" y="9620"/>
                    </a:moveTo>
                    <a:cubicBezTo>
                      <a:pt x="853" y="9415"/>
                      <a:pt x="3480" y="9040"/>
                      <a:pt x="5117" y="8392"/>
                    </a:cubicBezTo>
                    <a:cubicBezTo>
                      <a:pt x="6754" y="7744"/>
                      <a:pt x="9005" y="6686"/>
                      <a:pt x="9824" y="5731"/>
                    </a:cubicBezTo>
                    <a:cubicBezTo>
                      <a:pt x="10643" y="4776"/>
                      <a:pt x="9551" y="3616"/>
                      <a:pt x="10029" y="2661"/>
                    </a:cubicBezTo>
                    <a:cubicBezTo>
                      <a:pt x="10507" y="1706"/>
                      <a:pt x="12247" y="444"/>
                      <a:pt x="1269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91" name="Google Shape;191;p14"/>
              <p:cNvSpPr/>
              <p:nvPr/>
            </p:nvSpPr>
            <p:spPr>
              <a:xfrm>
                <a:off x="8843507" y="368825"/>
                <a:ext cx="317249" cy="92100"/>
              </a:xfrm>
              <a:custGeom>
                <a:rect b="b" l="l" r="r" t="t"/>
                <a:pathLst>
                  <a:path extrusionOk="0" h="3684" w="10030">
                    <a:moveTo>
                      <a:pt x="0" y="3684"/>
                    </a:moveTo>
                    <a:cubicBezTo>
                      <a:pt x="1024" y="3445"/>
                      <a:pt x="4640" y="2558"/>
                      <a:pt x="6141" y="2251"/>
                    </a:cubicBezTo>
                    <a:cubicBezTo>
                      <a:pt x="7642" y="1944"/>
                      <a:pt x="8358" y="2217"/>
                      <a:pt x="9006" y="1842"/>
                    </a:cubicBezTo>
                    <a:cubicBezTo>
                      <a:pt x="9654" y="1467"/>
                      <a:pt x="9859" y="307"/>
                      <a:pt x="1003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92" name="Google Shape;192;p14"/>
              <p:cNvSpPr/>
              <p:nvPr/>
            </p:nvSpPr>
            <p:spPr>
              <a:xfrm>
                <a:off x="6570175" y="-56275"/>
                <a:ext cx="2640850" cy="676300"/>
              </a:xfrm>
              <a:custGeom>
                <a:rect b="b" l="l" r="r" t="t"/>
                <a:pathLst>
                  <a:path extrusionOk="0" h="27052" w="105634">
                    <a:moveTo>
                      <a:pt x="0" y="0"/>
                    </a:moveTo>
                    <a:cubicBezTo>
                      <a:pt x="2831" y="1058"/>
                      <a:pt x="12349" y="5288"/>
                      <a:pt x="16988" y="6345"/>
                    </a:cubicBezTo>
                    <a:cubicBezTo>
                      <a:pt x="21627" y="7403"/>
                      <a:pt x="23777" y="6209"/>
                      <a:pt x="27836" y="6345"/>
                    </a:cubicBezTo>
                    <a:cubicBezTo>
                      <a:pt x="31896" y="6481"/>
                      <a:pt x="37524" y="6617"/>
                      <a:pt x="41345" y="7163"/>
                    </a:cubicBezTo>
                    <a:cubicBezTo>
                      <a:pt x="45166" y="7709"/>
                      <a:pt x="47792" y="8596"/>
                      <a:pt x="50760" y="9619"/>
                    </a:cubicBezTo>
                    <a:cubicBezTo>
                      <a:pt x="53728" y="10643"/>
                      <a:pt x="55263" y="12451"/>
                      <a:pt x="59152" y="13304"/>
                    </a:cubicBezTo>
                    <a:cubicBezTo>
                      <a:pt x="63041" y="14157"/>
                      <a:pt x="69147" y="13952"/>
                      <a:pt x="74093" y="14736"/>
                    </a:cubicBezTo>
                    <a:cubicBezTo>
                      <a:pt x="79039" y="15521"/>
                      <a:pt x="85212" y="16107"/>
                      <a:pt x="88830" y="18011"/>
                    </a:cubicBezTo>
                    <a:cubicBezTo>
                      <a:pt x="92448" y="19915"/>
                      <a:pt x="93635" y="25024"/>
                      <a:pt x="95803" y="26158"/>
                    </a:cubicBezTo>
                    <a:cubicBezTo>
                      <a:pt x="97971" y="27293"/>
                      <a:pt x="100198" y="24669"/>
                      <a:pt x="101836" y="24818"/>
                    </a:cubicBezTo>
                    <a:cubicBezTo>
                      <a:pt x="103475" y="24967"/>
                      <a:pt x="105001" y="26680"/>
                      <a:pt x="105634" y="27052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676025" y="3011775"/>
            <a:ext cx="4168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2" type="title"/>
          </p:nvPr>
        </p:nvSpPr>
        <p:spPr>
          <a:xfrm>
            <a:off x="863175" y="1542200"/>
            <a:ext cx="5794200" cy="15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96" name="Google Shape;196;p15"/>
          <p:cNvGrpSpPr/>
          <p:nvPr/>
        </p:nvGrpSpPr>
        <p:grpSpPr>
          <a:xfrm>
            <a:off x="-857353" y="-1064263"/>
            <a:ext cx="11503802" cy="6545988"/>
            <a:chOff x="-857353" y="-1064263"/>
            <a:chExt cx="11503802" cy="6545988"/>
          </a:xfrm>
        </p:grpSpPr>
        <p:sp>
          <p:nvSpPr>
            <p:cNvPr id="197" name="Google Shape;197;p15"/>
            <p:cNvSpPr/>
            <p:nvPr/>
          </p:nvSpPr>
          <p:spPr>
            <a:xfrm>
              <a:off x="110675" y="4218425"/>
              <a:ext cx="1033100" cy="1143750"/>
            </a:xfrm>
            <a:custGeom>
              <a:rect b="b" l="l" r="r" t="t"/>
              <a:pathLst>
                <a:path extrusionOk="0" h="45750" w="41324">
                  <a:moveTo>
                    <a:pt x="41324" y="0"/>
                  </a:moveTo>
                  <a:cubicBezTo>
                    <a:pt x="40012" y="2050"/>
                    <a:pt x="37389" y="9346"/>
                    <a:pt x="33453" y="12298"/>
                  </a:cubicBezTo>
                  <a:cubicBezTo>
                    <a:pt x="29517" y="15250"/>
                    <a:pt x="21974" y="15742"/>
                    <a:pt x="17710" y="17710"/>
                  </a:cubicBezTo>
                  <a:cubicBezTo>
                    <a:pt x="13447" y="19678"/>
                    <a:pt x="10414" y="20826"/>
                    <a:pt x="7872" y="24105"/>
                  </a:cubicBezTo>
                  <a:cubicBezTo>
                    <a:pt x="5330" y="27385"/>
                    <a:pt x="3772" y="33780"/>
                    <a:pt x="2460" y="37387"/>
                  </a:cubicBezTo>
                  <a:cubicBezTo>
                    <a:pt x="1148" y="40995"/>
                    <a:pt x="410" y="44356"/>
                    <a:pt x="0" y="45750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98" name="Google Shape;198;p15"/>
            <p:cNvSpPr/>
            <p:nvPr/>
          </p:nvSpPr>
          <p:spPr>
            <a:xfrm flipH="1">
              <a:off x="6670552" y="1261236"/>
              <a:ext cx="3975897" cy="3454261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088825" y="4321200"/>
              <a:ext cx="3603075" cy="1160525"/>
            </a:xfrm>
            <a:custGeom>
              <a:rect b="b" l="l" r="r" t="t"/>
              <a:pathLst>
                <a:path extrusionOk="0" h="46421" w="144123">
                  <a:moveTo>
                    <a:pt x="0" y="0"/>
                  </a:moveTo>
                  <a:cubicBezTo>
                    <a:pt x="2378" y="1968"/>
                    <a:pt x="8855" y="8445"/>
                    <a:pt x="14266" y="11807"/>
                  </a:cubicBezTo>
                  <a:cubicBezTo>
                    <a:pt x="19677" y="15169"/>
                    <a:pt x="27467" y="17136"/>
                    <a:pt x="32468" y="20170"/>
                  </a:cubicBezTo>
                  <a:cubicBezTo>
                    <a:pt x="37470" y="23204"/>
                    <a:pt x="40585" y="26401"/>
                    <a:pt x="44275" y="30009"/>
                  </a:cubicBezTo>
                  <a:cubicBezTo>
                    <a:pt x="47965" y="33617"/>
                    <a:pt x="48949" y="39110"/>
                    <a:pt x="54606" y="41816"/>
                  </a:cubicBezTo>
                  <a:cubicBezTo>
                    <a:pt x="60263" y="44522"/>
                    <a:pt x="70105" y="47133"/>
                    <a:pt x="78219" y="46243"/>
                  </a:cubicBezTo>
                  <a:cubicBezTo>
                    <a:pt x="86333" y="45353"/>
                    <a:pt x="96572" y="39824"/>
                    <a:pt x="103292" y="36474"/>
                  </a:cubicBezTo>
                  <a:cubicBezTo>
                    <a:pt x="110013" y="33124"/>
                    <a:pt x="113213" y="26922"/>
                    <a:pt x="118542" y="26143"/>
                  </a:cubicBezTo>
                  <a:cubicBezTo>
                    <a:pt x="123871" y="25364"/>
                    <a:pt x="131005" y="28890"/>
                    <a:pt x="135268" y="31801"/>
                  </a:cubicBezTo>
                  <a:cubicBezTo>
                    <a:pt x="139532" y="34712"/>
                    <a:pt x="142647" y="41639"/>
                    <a:pt x="144123" y="43607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0" name="Google Shape;200;p15"/>
            <p:cNvSpPr/>
            <p:nvPr/>
          </p:nvSpPr>
          <p:spPr>
            <a:xfrm>
              <a:off x="4232780" y="4445950"/>
              <a:ext cx="418926" cy="572708"/>
            </a:xfrm>
            <a:custGeom>
              <a:rect b="b" l="l" r="r" t="t"/>
              <a:pathLst>
                <a:path extrusionOk="0" h="27056" w="19791">
                  <a:moveTo>
                    <a:pt x="0" y="27056"/>
                  </a:moveTo>
                  <a:cubicBezTo>
                    <a:pt x="1189" y="26359"/>
                    <a:pt x="4386" y="23736"/>
                    <a:pt x="7133" y="22875"/>
                  </a:cubicBezTo>
                  <a:cubicBezTo>
                    <a:pt x="9880" y="22014"/>
                    <a:pt x="14430" y="23039"/>
                    <a:pt x="16480" y="21891"/>
                  </a:cubicBezTo>
                  <a:cubicBezTo>
                    <a:pt x="18530" y="20743"/>
                    <a:pt x="18899" y="18817"/>
                    <a:pt x="19432" y="15988"/>
                  </a:cubicBezTo>
                  <a:cubicBezTo>
                    <a:pt x="19965" y="13159"/>
                    <a:pt x="19760" y="7584"/>
                    <a:pt x="19678" y="4919"/>
                  </a:cubicBezTo>
                  <a:cubicBezTo>
                    <a:pt x="19596" y="2254"/>
                    <a:pt x="19063" y="820"/>
                    <a:pt x="18940" y="0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1" name="Google Shape;201;p15"/>
            <p:cNvSpPr/>
            <p:nvPr/>
          </p:nvSpPr>
          <p:spPr>
            <a:xfrm>
              <a:off x="-18450" y="4165447"/>
              <a:ext cx="6001725" cy="1132700"/>
            </a:xfrm>
            <a:custGeom>
              <a:rect b="b" l="l" r="r" t="t"/>
              <a:pathLst>
                <a:path extrusionOk="0" h="45308" w="240069">
                  <a:moveTo>
                    <a:pt x="0" y="1381"/>
                  </a:moveTo>
                  <a:cubicBezTo>
                    <a:pt x="1927" y="1340"/>
                    <a:pt x="5986" y="1340"/>
                    <a:pt x="11561" y="1135"/>
                  </a:cubicBezTo>
                  <a:cubicBezTo>
                    <a:pt x="17136" y="930"/>
                    <a:pt x="25868" y="-382"/>
                    <a:pt x="33452" y="151"/>
                  </a:cubicBezTo>
                  <a:cubicBezTo>
                    <a:pt x="41036" y="684"/>
                    <a:pt x="50097" y="2487"/>
                    <a:pt x="57066" y="4332"/>
                  </a:cubicBezTo>
                  <a:cubicBezTo>
                    <a:pt x="64035" y="6177"/>
                    <a:pt x="70307" y="8883"/>
                    <a:pt x="75267" y="11220"/>
                  </a:cubicBezTo>
                  <a:cubicBezTo>
                    <a:pt x="80227" y="13557"/>
                    <a:pt x="82524" y="15770"/>
                    <a:pt x="86828" y="18353"/>
                  </a:cubicBezTo>
                  <a:cubicBezTo>
                    <a:pt x="91133" y="20936"/>
                    <a:pt x="96913" y="25363"/>
                    <a:pt x="101094" y="26716"/>
                  </a:cubicBezTo>
                  <a:cubicBezTo>
                    <a:pt x="105276" y="28069"/>
                    <a:pt x="107285" y="26962"/>
                    <a:pt x="111917" y="26470"/>
                  </a:cubicBezTo>
                  <a:cubicBezTo>
                    <a:pt x="116550" y="25978"/>
                    <a:pt x="123519" y="24420"/>
                    <a:pt x="128889" y="23764"/>
                  </a:cubicBezTo>
                  <a:cubicBezTo>
                    <a:pt x="134260" y="23108"/>
                    <a:pt x="138278" y="24092"/>
                    <a:pt x="144140" y="22534"/>
                  </a:cubicBezTo>
                  <a:cubicBezTo>
                    <a:pt x="150002" y="20976"/>
                    <a:pt x="159431" y="16795"/>
                    <a:pt x="164063" y="14417"/>
                  </a:cubicBezTo>
                  <a:cubicBezTo>
                    <a:pt x="168695" y="12039"/>
                    <a:pt x="168654" y="9088"/>
                    <a:pt x="171934" y="8268"/>
                  </a:cubicBezTo>
                  <a:cubicBezTo>
                    <a:pt x="175214" y="7448"/>
                    <a:pt x="178904" y="7161"/>
                    <a:pt x="183741" y="9498"/>
                  </a:cubicBezTo>
                  <a:cubicBezTo>
                    <a:pt x="188579" y="11835"/>
                    <a:pt x="194605" y="17164"/>
                    <a:pt x="200959" y="22288"/>
                  </a:cubicBezTo>
                  <a:cubicBezTo>
                    <a:pt x="207313" y="27412"/>
                    <a:pt x="215923" y="36472"/>
                    <a:pt x="221867" y="40244"/>
                  </a:cubicBezTo>
                  <a:cubicBezTo>
                    <a:pt x="227811" y="44016"/>
                    <a:pt x="233591" y="44139"/>
                    <a:pt x="236625" y="44918"/>
                  </a:cubicBezTo>
                  <a:cubicBezTo>
                    <a:pt x="239659" y="45697"/>
                    <a:pt x="239495" y="44918"/>
                    <a:pt x="240069" y="44918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2" name="Google Shape;202;p15"/>
            <p:cNvSpPr/>
            <p:nvPr/>
          </p:nvSpPr>
          <p:spPr>
            <a:xfrm>
              <a:off x="7004050" y="-79950"/>
              <a:ext cx="2207695" cy="2010829"/>
            </a:xfrm>
            <a:custGeom>
              <a:rect b="b" l="l" r="r" t="t"/>
              <a:pathLst>
                <a:path extrusionOk="0" h="82504" w="91949">
                  <a:moveTo>
                    <a:pt x="1677" y="1087"/>
                  </a:moveTo>
                  <a:cubicBezTo>
                    <a:pt x="2128" y="1087"/>
                    <a:pt x="-3775" y="-1332"/>
                    <a:pt x="4383" y="1087"/>
                  </a:cubicBezTo>
                  <a:cubicBezTo>
                    <a:pt x="12541" y="3506"/>
                    <a:pt x="40007" y="9328"/>
                    <a:pt x="50625" y="15600"/>
                  </a:cubicBezTo>
                  <a:cubicBezTo>
                    <a:pt x="61243" y="21872"/>
                    <a:pt x="64235" y="32818"/>
                    <a:pt x="68089" y="38721"/>
                  </a:cubicBezTo>
                  <a:cubicBezTo>
                    <a:pt x="71943" y="44624"/>
                    <a:pt x="71369" y="45650"/>
                    <a:pt x="73747" y="51020"/>
                  </a:cubicBezTo>
                  <a:cubicBezTo>
                    <a:pt x="76125" y="56390"/>
                    <a:pt x="79322" y="65696"/>
                    <a:pt x="82356" y="70943"/>
                  </a:cubicBezTo>
                  <a:cubicBezTo>
                    <a:pt x="85390" y="76190"/>
                    <a:pt x="90350" y="80577"/>
                    <a:pt x="91949" y="82504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203" name="Google Shape;203;p15"/>
            <p:cNvSpPr/>
            <p:nvPr/>
          </p:nvSpPr>
          <p:spPr>
            <a:xfrm flipH="1" rot="2497583">
              <a:off x="-570667" y="-671350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2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4982650" y="3116500"/>
            <a:ext cx="34491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2" type="title"/>
          </p:nvPr>
        </p:nvSpPr>
        <p:spPr>
          <a:xfrm>
            <a:off x="3641925" y="1525900"/>
            <a:ext cx="4794600" cy="159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07" name="Google Shape;207;p16"/>
          <p:cNvGrpSpPr/>
          <p:nvPr/>
        </p:nvGrpSpPr>
        <p:grpSpPr>
          <a:xfrm flipH="1">
            <a:off x="6477192" y="-96450"/>
            <a:ext cx="3440175" cy="6030331"/>
            <a:chOff x="-267425" y="-107175"/>
            <a:chExt cx="3440175" cy="6030331"/>
          </a:xfrm>
        </p:grpSpPr>
        <p:grpSp>
          <p:nvGrpSpPr>
            <p:cNvPr id="208" name="Google Shape;208;p16"/>
            <p:cNvGrpSpPr/>
            <p:nvPr/>
          </p:nvGrpSpPr>
          <p:grpSpPr>
            <a:xfrm>
              <a:off x="-27925" y="-107175"/>
              <a:ext cx="3200675" cy="1030275"/>
              <a:chOff x="-27925" y="-107175"/>
              <a:chExt cx="3200675" cy="1030275"/>
            </a:xfrm>
          </p:grpSpPr>
          <p:sp>
            <p:nvSpPr>
              <p:cNvPr id="209" name="Google Shape;209;p16"/>
              <p:cNvSpPr/>
              <p:nvPr/>
            </p:nvSpPr>
            <p:spPr>
              <a:xfrm>
                <a:off x="530942" y="-107175"/>
                <a:ext cx="402900" cy="414850"/>
              </a:xfrm>
              <a:custGeom>
                <a:rect b="b" l="l" r="r" t="t"/>
                <a:pathLst>
                  <a:path extrusionOk="0" h="16594" w="16116">
                    <a:moveTo>
                      <a:pt x="14511" y="16594"/>
                    </a:moveTo>
                    <a:cubicBezTo>
                      <a:pt x="14772" y="16147"/>
                      <a:pt x="16150" y="15216"/>
                      <a:pt x="16075" y="13913"/>
                    </a:cubicBezTo>
                    <a:cubicBezTo>
                      <a:pt x="16001" y="12610"/>
                      <a:pt x="16743" y="11093"/>
                      <a:pt x="14064" y="8774"/>
                    </a:cubicBezTo>
                    <a:cubicBezTo>
                      <a:pt x="11385" y="6455"/>
                      <a:pt x="2344" y="1462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10" name="Google Shape;210;p16"/>
              <p:cNvSpPr/>
              <p:nvPr/>
            </p:nvSpPr>
            <p:spPr>
              <a:xfrm>
                <a:off x="-27925" y="730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11" name="Google Shape;211;p16"/>
              <p:cNvSpPr/>
              <p:nvPr/>
            </p:nvSpPr>
            <p:spPr>
              <a:xfrm>
                <a:off x="-27925" y="-55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12" name="Google Shape;212;p16"/>
              <p:cNvSpPr/>
              <p:nvPr/>
            </p:nvSpPr>
            <p:spPr>
              <a:xfrm>
                <a:off x="134050" y="-512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213" name="Google Shape;213;p16"/>
            <p:cNvSpPr/>
            <p:nvPr/>
          </p:nvSpPr>
          <p:spPr>
            <a:xfrm rot="3483863">
              <a:off x="-187367" y="4393918"/>
              <a:ext cx="1632221" cy="1094508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>
            <p:ph type="title"/>
          </p:nvPr>
        </p:nvSpPr>
        <p:spPr>
          <a:xfrm>
            <a:off x="1097250" y="1466475"/>
            <a:ext cx="5094600" cy="187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74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6" name="Google Shape;216;p17"/>
          <p:cNvSpPr txBox="1"/>
          <p:nvPr>
            <p:ph idx="1" type="subTitle"/>
          </p:nvPr>
        </p:nvSpPr>
        <p:spPr>
          <a:xfrm>
            <a:off x="1097250" y="3460788"/>
            <a:ext cx="3773100" cy="7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 txBox="1"/>
          <p:nvPr>
            <p:ph type="title"/>
          </p:nvPr>
        </p:nvSpPr>
        <p:spPr>
          <a:xfrm>
            <a:off x="3750075" y="3459236"/>
            <a:ext cx="5012400" cy="11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grpSp>
        <p:nvGrpSpPr>
          <p:cNvPr id="219" name="Google Shape;219;p18"/>
          <p:cNvGrpSpPr/>
          <p:nvPr/>
        </p:nvGrpSpPr>
        <p:grpSpPr>
          <a:xfrm>
            <a:off x="-1408689" y="-1051988"/>
            <a:ext cx="11954968" cy="7456655"/>
            <a:chOff x="-1408689" y="-1051988"/>
            <a:chExt cx="11954968" cy="7456655"/>
          </a:xfrm>
        </p:grpSpPr>
        <p:grpSp>
          <p:nvGrpSpPr>
            <p:cNvPr id="220" name="Google Shape;220;p18"/>
            <p:cNvGrpSpPr/>
            <p:nvPr/>
          </p:nvGrpSpPr>
          <p:grpSpPr>
            <a:xfrm>
              <a:off x="-73800" y="-1051988"/>
              <a:ext cx="10620079" cy="6329294"/>
              <a:chOff x="-73800" y="-1051988"/>
              <a:chExt cx="10620079" cy="6329294"/>
            </a:xfrm>
          </p:grpSpPr>
          <p:sp>
            <p:nvSpPr>
              <p:cNvPr id="221" name="Google Shape;221;p18"/>
              <p:cNvSpPr/>
              <p:nvPr/>
            </p:nvSpPr>
            <p:spPr>
              <a:xfrm>
                <a:off x="-67650" y="657975"/>
                <a:ext cx="719475" cy="468875"/>
              </a:xfrm>
              <a:custGeom>
                <a:rect b="b" l="l" r="r" t="t"/>
                <a:pathLst>
                  <a:path extrusionOk="0" h="18755" w="28779">
                    <a:moveTo>
                      <a:pt x="28779" y="18694"/>
                    </a:moveTo>
                    <a:cubicBezTo>
                      <a:pt x="27098" y="18530"/>
                      <a:pt x="21523" y="19268"/>
                      <a:pt x="18694" y="17710"/>
                    </a:cubicBezTo>
                    <a:cubicBezTo>
                      <a:pt x="15865" y="16152"/>
                      <a:pt x="13652" y="11561"/>
                      <a:pt x="11807" y="9347"/>
                    </a:cubicBezTo>
                    <a:cubicBezTo>
                      <a:pt x="9962" y="7133"/>
                      <a:pt x="9593" y="5985"/>
                      <a:pt x="7625" y="4427"/>
                    </a:cubicBezTo>
                    <a:cubicBezTo>
                      <a:pt x="5657" y="2869"/>
                      <a:pt x="1271" y="738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22" name="Google Shape;222;p18"/>
              <p:cNvSpPr/>
              <p:nvPr/>
            </p:nvSpPr>
            <p:spPr>
              <a:xfrm>
                <a:off x="591385" y="-122975"/>
                <a:ext cx="233375" cy="780950"/>
              </a:xfrm>
              <a:custGeom>
                <a:rect b="b" l="l" r="r" t="t"/>
                <a:pathLst>
                  <a:path extrusionOk="0" h="31238" w="9335">
                    <a:moveTo>
                      <a:pt x="696" y="0"/>
                    </a:moveTo>
                    <a:cubicBezTo>
                      <a:pt x="2131" y="1681"/>
                      <a:pt x="9059" y="6764"/>
                      <a:pt x="9305" y="10084"/>
                    </a:cubicBezTo>
                    <a:cubicBezTo>
                      <a:pt x="9551" y="13405"/>
                      <a:pt x="3648" y="17258"/>
                      <a:pt x="2172" y="19923"/>
                    </a:cubicBezTo>
                    <a:cubicBezTo>
                      <a:pt x="696" y="22588"/>
                      <a:pt x="-739" y="24187"/>
                      <a:pt x="450" y="26073"/>
                    </a:cubicBezTo>
                    <a:cubicBezTo>
                      <a:pt x="1639" y="27959"/>
                      <a:pt x="7829" y="30377"/>
                      <a:pt x="9305" y="31238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23" name="Google Shape;223;p18"/>
              <p:cNvSpPr/>
              <p:nvPr/>
            </p:nvSpPr>
            <p:spPr>
              <a:xfrm>
                <a:off x="-49200" y="192420"/>
                <a:ext cx="842450" cy="1271100"/>
              </a:xfrm>
              <a:custGeom>
                <a:rect b="b" l="l" r="r" t="t"/>
                <a:pathLst>
                  <a:path extrusionOk="0" h="50844" w="33698">
                    <a:moveTo>
                      <a:pt x="0" y="50844"/>
                    </a:moveTo>
                    <a:cubicBezTo>
                      <a:pt x="738" y="48548"/>
                      <a:pt x="3567" y="41825"/>
                      <a:pt x="4428" y="37070"/>
                    </a:cubicBezTo>
                    <a:cubicBezTo>
                      <a:pt x="5289" y="32315"/>
                      <a:pt x="4756" y="26863"/>
                      <a:pt x="5166" y="22312"/>
                    </a:cubicBezTo>
                    <a:cubicBezTo>
                      <a:pt x="5576" y="17762"/>
                      <a:pt x="5534" y="13293"/>
                      <a:pt x="6887" y="9767"/>
                    </a:cubicBezTo>
                    <a:cubicBezTo>
                      <a:pt x="8240" y="6241"/>
                      <a:pt x="10700" y="2757"/>
                      <a:pt x="13283" y="1158"/>
                    </a:cubicBezTo>
                    <a:cubicBezTo>
                      <a:pt x="15866" y="-441"/>
                      <a:pt x="18982" y="133"/>
                      <a:pt x="22384" y="174"/>
                    </a:cubicBezTo>
                    <a:cubicBezTo>
                      <a:pt x="25787" y="215"/>
                      <a:pt x="31812" y="1199"/>
                      <a:pt x="33698" y="1404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24" name="Google Shape;224;p18"/>
              <p:cNvSpPr/>
              <p:nvPr/>
            </p:nvSpPr>
            <p:spPr>
              <a:xfrm>
                <a:off x="-73800" y="-249562"/>
                <a:ext cx="2084622" cy="3474345"/>
              </a:xfrm>
              <a:custGeom>
                <a:rect b="b" l="l" r="r" t="t"/>
                <a:pathLst>
                  <a:path extrusionOk="0" h="134054" w="80433">
                    <a:moveTo>
                      <a:pt x="0" y="134054"/>
                    </a:moveTo>
                    <a:cubicBezTo>
                      <a:pt x="1968" y="131553"/>
                      <a:pt x="9306" y="125609"/>
                      <a:pt x="11807" y="119050"/>
                    </a:cubicBezTo>
                    <a:cubicBezTo>
                      <a:pt x="14308" y="112491"/>
                      <a:pt x="13118" y="102570"/>
                      <a:pt x="15004" y="94699"/>
                    </a:cubicBezTo>
                    <a:cubicBezTo>
                      <a:pt x="16890" y="86828"/>
                      <a:pt x="20333" y="80925"/>
                      <a:pt x="23121" y="71824"/>
                    </a:cubicBezTo>
                    <a:cubicBezTo>
                      <a:pt x="25909" y="62723"/>
                      <a:pt x="28737" y="47636"/>
                      <a:pt x="31730" y="40093"/>
                    </a:cubicBezTo>
                    <a:cubicBezTo>
                      <a:pt x="34723" y="32550"/>
                      <a:pt x="34354" y="32304"/>
                      <a:pt x="41077" y="26565"/>
                    </a:cubicBezTo>
                    <a:cubicBezTo>
                      <a:pt x="47800" y="20826"/>
                      <a:pt x="65511" y="10085"/>
                      <a:pt x="72070" y="5657"/>
                    </a:cubicBezTo>
                    <a:cubicBezTo>
                      <a:pt x="78629" y="1230"/>
                      <a:pt x="79039" y="943"/>
                      <a:pt x="80433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25" name="Google Shape;225;p18"/>
              <p:cNvSpPr/>
              <p:nvPr/>
            </p:nvSpPr>
            <p:spPr>
              <a:xfrm flipH="1" rot="2497583">
                <a:off x="8493258" y="-659075"/>
                <a:ext cx="1766335" cy="1534592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8"/>
              <p:cNvSpPr/>
              <p:nvPr/>
            </p:nvSpPr>
            <p:spPr>
              <a:xfrm>
                <a:off x="7681481" y="4063425"/>
                <a:ext cx="1547531" cy="1213880"/>
              </a:xfrm>
              <a:custGeom>
                <a:rect b="b" l="l" r="r" t="t"/>
                <a:pathLst>
                  <a:path extrusionOk="0" h="42061" w="53622">
                    <a:moveTo>
                      <a:pt x="53622" y="0"/>
                    </a:moveTo>
                    <a:cubicBezTo>
                      <a:pt x="52515" y="1517"/>
                      <a:pt x="49400" y="5453"/>
                      <a:pt x="46981" y="9101"/>
                    </a:cubicBezTo>
                    <a:cubicBezTo>
                      <a:pt x="44562" y="12750"/>
                      <a:pt x="41201" y="18734"/>
                      <a:pt x="39110" y="21891"/>
                    </a:cubicBezTo>
                    <a:cubicBezTo>
                      <a:pt x="37019" y="25048"/>
                      <a:pt x="36896" y="26237"/>
                      <a:pt x="34436" y="28041"/>
                    </a:cubicBezTo>
                    <a:cubicBezTo>
                      <a:pt x="31976" y="29845"/>
                      <a:pt x="28287" y="31320"/>
                      <a:pt x="24351" y="32714"/>
                    </a:cubicBezTo>
                    <a:cubicBezTo>
                      <a:pt x="20416" y="34108"/>
                      <a:pt x="14882" y="34846"/>
                      <a:pt x="10823" y="36404"/>
                    </a:cubicBezTo>
                    <a:cubicBezTo>
                      <a:pt x="6765" y="37962"/>
                      <a:pt x="1804" y="41118"/>
                      <a:pt x="0" y="42061"/>
                    </a:cubicBezTo>
                  </a:path>
                </a:pathLst>
              </a:cu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227" name="Google Shape;227;p18"/>
            <p:cNvSpPr/>
            <p:nvPr/>
          </p:nvSpPr>
          <p:spPr>
            <a:xfrm rot="2700000">
              <a:off x="-1158376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2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719100" y="3439411"/>
            <a:ext cx="4359900" cy="114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grpSp>
        <p:nvGrpSpPr>
          <p:cNvPr id="230" name="Google Shape;230;p19"/>
          <p:cNvGrpSpPr/>
          <p:nvPr/>
        </p:nvGrpSpPr>
        <p:grpSpPr>
          <a:xfrm>
            <a:off x="-44675" y="-89375"/>
            <a:ext cx="13189424" cy="6383447"/>
            <a:chOff x="-44675" y="-89375"/>
            <a:chExt cx="13189424" cy="6383447"/>
          </a:xfrm>
        </p:grpSpPr>
        <p:sp>
          <p:nvSpPr>
            <p:cNvPr id="231" name="Google Shape;231;p19"/>
            <p:cNvSpPr/>
            <p:nvPr/>
          </p:nvSpPr>
          <p:spPr>
            <a:xfrm rot="650892">
              <a:off x="8543323" y="2983227"/>
              <a:ext cx="4365060" cy="2926223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" name="Google Shape;232;p19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233" name="Google Shape;233;p19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234" name="Google Shape;234;p19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235" name="Google Shape;235;p19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236" name="Google Shape;236;p19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237" name="Google Shape;237;p19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238" name="Google Shape;238;p19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239" name="Google Shape;239;p19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0" name="Google Shape;240;p19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41" name="Google Shape;241;p19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ONE_COLUMN_TEXT_1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/>
          <p:nvPr>
            <p:ph type="title"/>
          </p:nvPr>
        </p:nvSpPr>
        <p:spPr>
          <a:xfrm>
            <a:off x="3670250" y="1317725"/>
            <a:ext cx="4225200" cy="82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4" name="Google Shape;244;p20"/>
          <p:cNvSpPr txBox="1"/>
          <p:nvPr>
            <p:ph idx="1" type="body"/>
          </p:nvPr>
        </p:nvSpPr>
        <p:spPr>
          <a:xfrm>
            <a:off x="3670250" y="2297050"/>
            <a:ext cx="4157700" cy="21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>
            <p:ph type="title"/>
          </p:nvPr>
        </p:nvSpPr>
        <p:spPr>
          <a:xfrm>
            <a:off x="713225" y="3055625"/>
            <a:ext cx="5152800" cy="11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1" sz="64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7" name="Google Shape;247;p21"/>
          <p:cNvSpPr txBox="1"/>
          <p:nvPr>
            <p:ph idx="1" type="subTitle"/>
          </p:nvPr>
        </p:nvSpPr>
        <p:spPr>
          <a:xfrm>
            <a:off x="713225" y="4076525"/>
            <a:ext cx="51528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21"/>
          <p:cNvSpPr txBox="1"/>
          <p:nvPr>
            <p:ph hasCustomPrompt="1" idx="2" type="title"/>
          </p:nvPr>
        </p:nvSpPr>
        <p:spPr>
          <a:xfrm>
            <a:off x="804672" y="1936900"/>
            <a:ext cx="1137900" cy="7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2006275" y="2515025"/>
            <a:ext cx="6424500" cy="117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1" sz="64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1" name="Google Shape;251;p22"/>
          <p:cNvSpPr txBox="1"/>
          <p:nvPr>
            <p:ph idx="1" type="subTitle"/>
          </p:nvPr>
        </p:nvSpPr>
        <p:spPr>
          <a:xfrm>
            <a:off x="3877075" y="3559675"/>
            <a:ext cx="45537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2"/>
          <p:cNvSpPr txBox="1"/>
          <p:nvPr>
            <p:ph hasCustomPrompt="1" idx="2" type="title"/>
          </p:nvPr>
        </p:nvSpPr>
        <p:spPr>
          <a:xfrm>
            <a:off x="7201422" y="1468525"/>
            <a:ext cx="1137900" cy="7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>
            <p:ph type="title"/>
          </p:nvPr>
        </p:nvSpPr>
        <p:spPr>
          <a:xfrm>
            <a:off x="2299375" y="2017475"/>
            <a:ext cx="6131400" cy="11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b="1" sz="64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3977575" y="3121479"/>
            <a:ext cx="44532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3"/>
          <p:cNvSpPr txBox="1"/>
          <p:nvPr>
            <p:ph hasCustomPrompt="1" idx="2" type="title"/>
          </p:nvPr>
        </p:nvSpPr>
        <p:spPr>
          <a:xfrm>
            <a:off x="804675" y="2183375"/>
            <a:ext cx="1204800" cy="7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_1_2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938700" y="1849013"/>
            <a:ext cx="4553700" cy="11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b="1" sz="67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9" name="Google Shape;259;p24"/>
          <p:cNvSpPr txBox="1"/>
          <p:nvPr>
            <p:ph idx="1" type="subTitle"/>
          </p:nvPr>
        </p:nvSpPr>
        <p:spPr>
          <a:xfrm>
            <a:off x="938700" y="2953013"/>
            <a:ext cx="45537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0" name="Google Shape;260;p24"/>
          <p:cNvSpPr txBox="1"/>
          <p:nvPr>
            <p:ph hasCustomPrompt="1" idx="2" type="title"/>
          </p:nvPr>
        </p:nvSpPr>
        <p:spPr>
          <a:xfrm>
            <a:off x="5945897" y="2123338"/>
            <a:ext cx="1137900" cy="7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_1_1_1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2" type="title"/>
          </p:nvPr>
        </p:nvSpPr>
        <p:spPr>
          <a:xfrm>
            <a:off x="5654476" y="1602425"/>
            <a:ext cx="2227500" cy="4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25"/>
          <p:cNvSpPr txBox="1"/>
          <p:nvPr>
            <p:ph idx="3" type="title"/>
          </p:nvPr>
        </p:nvSpPr>
        <p:spPr>
          <a:xfrm>
            <a:off x="5654476" y="1926278"/>
            <a:ext cx="22272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rgbClr val="59595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65" name="Google Shape;265;p25"/>
          <p:cNvSpPr txBox="1"/>
          <p:nvPr>
            <p:ph idx="4" type="title"/>
          </p:nvPr>
        </p:nvSpPr>
        <p:spPr>
          <a:xfrm>
            <a:off x="2344488" y="1602425"/>
            <a:ext cx="2227500" cy="4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25"/>
          <p:cNvSpPr txBox="1"/>
          <p:nvPr>
            <p:ph idx="5" type="title"/>
          </p:nvPr>
        </p:nvSpPr>
        <p:spPr>
          <a:xfrm>
            <a:off x="2344488" y="1926278"/>
            <a:ext cx="22275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67" name="Google Shape;267;p25"/>
          <p:cNvSpPr txBox="1"/>
          <p:nvPr>
            <p:ph idx="6" type="title"/>
          </p:nvPr>
        </p:nvSpPr>
        <p:spPr>
          <a:xfrm>
            <a:off x="5654326" y="3007535"/>
            <a:ext cx="2227500" cy="4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" name="Google Shape;268;p25"/>
          <p:cNvSpPr txBox="1"/>
          <p:nvPr>
            <p:ph idx="7" type="title"/>
          </p:nvPr>
        </p:nvSpPr>
        <p:spPr>
          <a:xfrm>
            <a:off x="5654326" y="3331388"/>
            <a:ext cx="22272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rgbClr val="595959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69" name="Google Shape;269;p25"/>
          <p:cNvSpPr txBox="1"/>
          <p:nvPr>
            <p:ph idx="8" type="title"/>
          </p:nvPr>
        </p:nvSpPr>
        <p:spPr>
          <a:xfrm>
            <a:off x="2344500" y="3007535"/>
            <a:ext cx="2227500" cy="45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0" name="Google Shape;270;p25"/>
          <p:cNvSpPr txBox="1"/>
          <p:nvPr>
            <p:ph idx="9" type="title"/>
          </p:nvPr>
        </p:nvSpPr>
        <p:spPr>
          <a:xfrm>
            <a:off x="2344500" y="3331388"/>
            <a:ext cx="2227500" cy="6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grpSp>
        <p:nvGrpSpPr>
          <p:cNvPr id="271" name="Google Shape;271;p25"/>
          <p:cNvGrpSpPr/>
          <p:nvPr/>
        </p:nvGrpSpPr>
        <p:grpSpPr>
          <a:xfrm flipH="1">
            <a:off x="-1408689" y="-1051988"/>
            <a:ext cx="11954968" cy="7456655"/>
            <a:chOff x="-1408689" y="-1051988"/>
            <a:chExt cx="11954968" cy="7456655"/>
          </a:xfrm>
        </p:grpSpPr>
        <p:grpSp>
          <p:nvGrpSpPr>
            <p:cNvPr id="272" name="Google Shape;272;p25"/>
            <p:cNvGrpSpPr/>
            <p:nvPr/>
          </p:nvGrpSpPr>
          <p:grpSpPr>
            <a:xfrm>
              <a:off x="-73800" y="-1051988"/>
              <a:ext cx="10620079" cy="6329294"/>
              <a:chOff x="-73800" y="-1051988"/>
              <a:chExt cx="10620079" cy="6329294"/>
            </a:xfrm>
          </p:grpSpPr>
          <p:sp>
            <p:nvSpPr>
              <p:cNvPr id="273" name="Google Shape;273;p25"/>
              <p:cNvSpPr/>
              <p:nvPr/>
            </p:nvSpPr>
            <p:spPr>
              <a:xfrm>
                <a:off x="-67650" y="657975"/>
                <a:ext cx="719475" cy="468875"/>
              </a:xfrm>
              <a:custGeom>
                <a:rect b="b" l="l" r="r" t="t"/>
                <a:pathLst>
                  <a:path extrusionOk="0" h="18755" w="28779">
                    <a:moveTo>
                      <a:pt x="28779" y="18694"/>
                    </a:moveTo>
                    <a:cubicBezTo>
                      <a:pt x="27098" y="18530"/>
                      <a:pt x="21523" y="19268"/>
                      <a:pt x="18694" y="17710"/>
                    </a:cubicBezTo>
                    <a:cubicBezTo>
                      <a:pt x="15865" y="16152"/>
                      <a:pt x="13652" y="11561"/>
                      <a:pt x="11807" y="9347"/>
                    </a:cubicBezTo>
                    <a:cubicBezTo>
                      <a:pt x="9962" y="7133"/>
                      <a:pt x="9593" y="5985"/>
                      <a:pt x="7625" y="4427"/>
                    </a:cubicBezTo>
                    <a:cubicBezTo>
                      <a:pt x="5657" y="2869"/>
                      <a:pt x="1271" y="738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74" name="Google Shape;274;p25"/>
              <p:cNvSpPr/>
              <p:nvPr/>
            </p:nvSpPr>
            <p:spPr>
              <a:xfrm>
                <a:off x="591385" y="-122975"/>
                <a:ext cx="233375" cy="780950"/>
              </a:xfrm>
              <a:custGeom>
                <a:rect b="b" l="l" r="r" t="t"/>
                <a:pathLst>
                  <a:path extrusionOk="0" h="31238" w="9335">
                    <a:moveTo>
                      <a:pt x="696" y="0"/>
                    </a:moveTo>
                    <a:cubicBezTo>
                      <a:pt x="2131" y="1681"/>
                      <a:pt x="9059" y="6764"/>
                      <a:pt x="9305" y="10084"/>
                    </a:cubicBezTo>
                    <a:cubicBezTo>
                      <a:pt x="9551" y="13405"/>
                      <a:pt x="3648" y="17258"/>
                      <a:pt x="2172" y="19923"/>
                    </a:cubicBezTo>
                    <a:cubicBezTo>
                      <a:pt x="696" y="22588"/>
                      <a:pt x="-739" y="24187"/>
                      <a:pt x="450" y="26073"/>
                    </a:cubicBezTo>
                    <a:cubicBezTo>
                      <a:pt x="1639" y="27959"/>
                      <a:pt x="7829" y="30377"/>
                      <a:pt x="9305" y="31238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75" name="Google Shape;275;p25"/>
              <p:cNvSpPr/>
              <p:nvPr/>
            </p:nvSpPr>
            <p:spPr>
              <a:xfrm>
                <a:off x="-49200" y="192420"/>
                <a:ext cx="842450" cy="1271100"/>
              </a:xfrm>
              <a:custGeom>
                <a:rect b="b" l="l" r="r" t="t"/>
                <a:pathLst>
                  <a:path extrusionOk="0" h="50844" w="33698">
                    <a:moveTo>
                      <a:pt x="0" y="50844"/>
                    </a:moveTo>
                    <a:cubicBezTo>
                      <a:pt x="738" y="48548"/>
                      <a:pt x="3567" y="41825"/>
                      <a:pt x="4428" y="37070"/>
                    </a:cubicBezTo>
                    <a:cubicBezTo>
                      <a:pt x="5289" y="32315"/>
                      <a:pt x="4756" y="26863"/>
                      <a:pt x="5166" y="22312"/>
                    </a:cubicBezTo>
                    <a:cubicBezTo>
                      <a:pt x="5576" y="17762"/>
                      <a:pt x="5534" y="13293"/>
                      <a:pt x="6887" y="9767"/>
                    </a:cubicBezTo>
                    <a:cubicBezTo>
                      <a:pt x="8240" y="6241"/>
                      <a:pt x="10700" y="2757"/>
                      <a:pt x="13283" y="1158"/>
                    </a:cubicBezTo>
                    <a:cubicBezTo>
                      <a:pt x="15866" y="-441"/>
                      <a:pt x="18982" y="133"/>
                      <a:pt x="22384" y="174"/>
                    </a:cubicBezTo>
                    <a:cubicBezTo>
                      <a:pt x="25787" y="215"/>
                      <a:pt x="31812" y="1199"/>
                      <a:pt x="33698" y="1404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76" name="Google Shape;276;p25"/>
              <p:cNvSpPr/>
              <p:nvPr/>
            </p:nvSpPr>
            <p:spPr>
              <a:xfrm>
                <a:off x="-73800" y="-249562"/>
                <a:ext cx="2084622" cy="3474345"/>
              </a:xfrm>
              <a:custGeom>
                <a:rect b="b" l="l" r="r" t="t"/>
                <a:pathLst>
                  <a:path extrusionOk="0" h="134054" w="80433">
                    <a:moveTo>
                      <a:pt x="0" y="134054"/>
                    </a:moveTo>
                    <a:cubicBezTo>
                      <a:pt x="1968" y="131553"/>
                      <a:pt x="9306" y="125609"/>
                      <a:pt x="11807" y="119050"/>
                    </a:cubicBezTo>
                    <a:cubicBezTo>
                      <a:pt x="14308" y="112491"/>
                      <a:pt x="13118" y="102570"/>
                      <a:pt x="15004" y="94699"/>
                    </a:cubicBezTo>
                    <a:cubicBezTo>
                      <a:pt x="16890" y="86828"/>
                      <a:pt x="20333" y="80925"/>
                      <a:pt x="23121" y="71824"/>
                    </a:cubicBezTo>
                    <a:cubicBezTo>
                      <a:pt x="25909" y="62723"/>
                      <a:pt x="28737" y="47636"/>
                      <a:pt x="31730" y="40093"/>
                    </a:cubicBezTo>
                    <a:cubicBezTo>
                      <a:pt x="34723" y="32550"/>
                      <a:pt x="34354" y="32304"/>
                      <a:pt x="41077" y="26565"/>
                    </a:cubicBezTo>
                    <a:cubicBezTo>
                      <a:pt x="47800" y="20826"/>
                      <a:pt x="65511" y="10085"/>
                      <a:pt x="72070" y="5657"/>
                    </a:cubicBezTo>
                    <a:cubicBezTo>
                      <a:pt x="78629" y="1230"/>
                      <a:pt x="79039" y="943"/>
                      <a:pt x="80433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77" name="Google Shape;277;p25"/>
              <p:cNvSpPr/>
              <p:nvPr/>
            </p:nvSpPr>
            <p:spPr>
              <a:xfrm flipH="1" rot="2497583">
                <a:off x="8493258" y="-659075"/>
                <a:ext cx="1766335" cy="1534592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5"/>
              <p:cNvSpPr/>
              <p:nvPr/>
            </p:nvSpPr>
            <p:spPr>
              <a:xfrm>
                <a:off x="7681481" y="4063425"/>
                <a:ext cx="1547531" cy="1213880"/>
              </a:xfrm>
              <a:custGeom>
                <a:rect b="b" l="l" r="r" t="t"/>
                <a:pathLst>
                  <a:path extrusionOk="0" h="42061" w="53622">
                    <a:moveTo>
                      <a:pt x="53622" y="0"/>
                    </a:moveTo>
                    <a:cubicBezTo>
                      <a:pt x="52515" y="1517"/>
                      <a:pt x="49400" y="5453"/>
                      <a:pt x="46981" y="9101"/>
                    </a:cubicBezTo>
                    <a:cubicBezTo>
                      <a:pt x="44562" y="12750"/>
                      <a:pt x="41201" y="18734"/>
                      <a:pt x="39110" y="21891"/>
                    </a:cubicBezTo>
                    <a:cubicBezTo>
                      <a:pt x="37019" y="25048"/>
                      <a:pt x="36896" y="26237"/>
                      <a:pt x="34436" y="28041"/>
                    </a:cubicBezTo>
                    <a:cubicBezTo>
                      <a:pt x="31976" y="29845"/>
                      <a:pt x="28287" y="31320"/>
                      <a:pt x="24351" y="32714"/>
                    </a:cubicBezTo>
                    <a:cubicBezTo>
                      <a:pt x="20416" y="34108"/>
                      <a:pt x="14882" y="34846"/>
                      <a:pt x="10823" y="36404"/>
                    </a:cubicBezTo>
                    <a:cubicBezTo>
                      <a:pt x="6765" y="37962"/>
                      <a:pt x="1804" y="41118"/>
                      <a:pt x="0" y="42061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279" name="Google Shape;279;p25"/>
            <p:cNvSpPr/>
            <p:nvPr/>
          </p:nvSpPr>
          <p:spPr>
            <a:xfrm rot="2700000">
              <a:off x="-1158376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/>
          <p:nvPr>
            <p:ph type="title"/>
          </p:nvPr>
        </p:nvSpPr>
        <p:spPr>
          <a:xfrm>
            <a:off x="3937950" y="1678037"/>
            <a:ext cx="4045200" cy="89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82" name="Google Shape;282;p26"/>
          <p:cNvSpPr txBox="1"/>
          <p:nvPr>
            <p:ph idx="1" type="subTitle"/>
          </p:nvPr>
        </p:nvSpPr>
        <p:spPr>
          <a:xfrm>
            <a:off x="3937950" y="2569038"/>
            <a:ext cx="4045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83" name="Google Shape;283;p26"/>
          <p:cNvGrpSpPr/>
          <p:nvPr/>
        </p:nvGrpSpPr>
        <p:grpSpPr>
          <a:xfrm>
            <a:off x="-1408689" y="-1051988"/>
            <a:ext cx="11954968" cy="7456655"/>
            <a:chOff x="-1408689" y="-1051988"/>
            <a:chExt cx="11954968" cy="7456655"/>
          </a:xfrm>
        </p:grpSpPr>
        <p:grpSp>
          <p:nvGrpSpPr>
            <p:cNvPr id="284" name="Google Shape;284;p26"/>
            <p:cNvGrpSpPr/>
            <p:nvPr/>
          </p:nvGrpSpPr>
          <p:grpSpPr>
            <a:xfrm>
              <a:off x="-73800" y="-1051988"/>
              <a:ext cx="10620079" cy="6329294"/>
              <a:chOff x="-73800" y="-1051988"/>
              <a:chExt cx="10620079" cy="6329294"/>
            </a:xfrm>
          </p:grpSpPr>
          <p:sp>
            <p:nvSpPr>
              <p:cNvPr id="285" name="Google Shape;285;p26"/>
              <p:cNvSpPr/>
              <p:nvPr/>
            </p:nvSpPr>
            <p:spPr>
              <a:xfrm>
                <a:off x="-67650" y="657975"/>
                <a:ext cx="719475" cy="468875"/>
              </a:xfrm>
              <a:custGeom>
                <a:rect b="b" l="l" r="r" t="t"/>
                <a:pathLst>
                  <a:path extrusionOk="0" h="18755" w="28779">
                    <a:moveTo>
                      <a:pt x="28779" y="18694"/>
                    </a:moveTo>
                    <a:cubicBezTo>
                      <a:pt x="27098" y="18530"/>
                      <a:pt x="21523" y="19268"/>
                      <a:pt x="18694" y="17710"/>
                    </a:cubicBezTo>
                    <a:cubicBezTo>
                      <a:pt x="15865" y="16152"/>
                      <a:pt x="13652" y="11561"/>
                      <a:pt x="11807" y="9347"/>
                    </a:cubicBezTo>
                    <a:cubicBezTo>
                      <a:pt x="9962" y="7133"/>
                      <a:pt x="9593" y="5985"/>
                      <a:pt x="7625" y="4427"/>
                    </a:cubicBezTo>
                    <a:cubicBezTo>
                      <a:pt x="5657" y="2869"/>
                      <a:pt x="1271" y="738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6" name="Google Shape;286;p26"/>
              <p:cNvSpPr/>
              <p:nvPr/>
            </p:nvSpPr>
            <p:spPr>
              <a:xfrm>
                <a:off x="591385" y="-122975"/>
                <a:ext cx="233375" cy="780950"/>
              </a:xfrm>
              <a:custGeom>
                <a:rect b="b" l="l" r="r" t="t"/>
                <a:pathLst>
                  <a:path extrusionOk="0" h="31238" w="9335">
                    <a:moveTo>
                      <a:pt x="696" y="0"/>
                    </a:moveTo>
                    <a:cubicBezTo>
                      <a:pt x="2131" y="1681"/>
                      <a:pt x="9059" y="6764"/>
                      <a:pt x="9305" y="10084"/>
                    </a:cubicBezTo>
                    <a:cubicBezTo>
                      <a:pt x="9551" y="13405"/>
                      <a:pt x="3648" y="17258"/>
                      <a:pt x="2172" y="19923"/>
                    </a:cubicBezTo>
                    <a:cubicBezTo>
                      <a:pt x="696" y="22588"/>
                      <a:pt x="-739" y="24187"/>
                      <a:pt x="450" y="26073"/>
                    </a:cubicBezTo>
                    <a:cubicBezTo>
                      <a:pt x="1639" y="27959"/>
                      <a:pt x="7829" y="30377"/>
                      <a:pt x="9305" y="31238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7" name="Google Shape;287;p26"/>
              <p:cNvSpPr/>
              <p:nvPr/>
            </p:nvSpPr>
            <p:spPr>
              <a:xfrm>
                <a:off x="-49200" y="192420"/>
                <a:ext cx="842450" cy="1271100"/>
              </a:xfrm>
              <a:custGeom>
                <a:rect b="b" l="l" r="r" t="t"/>
                <a:pathLst>
                  <a:path extrusionOk="0" h="50844" w="33698">
                    <a:moveTo>
                      <a:pt x="0" y="50844"/>
                    </a:moveTo>
                    <a:cubicBezTo>
                      <a:pt x="738" y="48548"/>
                      <a:pt x="3567" y="41825"/>
                      <a:pt x="4428" y="37070"/>
                    </a:cubicBezTo>
                    <a:cubicBezTo>
                      <a:pt x="5289" y="32315"/>
                      <a:pt x="4756" y="26863"/>
                      <a:pt x="5166" y="22312"/>
                    </a:cubicBezTo>
                    <a:cubicBezTo>
                      <a:pt x="5576" y="17762"/>
                      <a:pt x="5534" y="13293"/>
                      <a:pt x="6887" y="9767"/>
                    </a:cubicBezTo>
                    <a:cubicBezTo>
                      <a:pt x="8240" y="6241"/>
                      <a:pt x="10700" y="2757"/>
                      <a:pt x="13283" y="1158"/>
                    </a:cubicBezTo>
                    <a:cubicBezTo>
                      <a:pt x="15866" y="-441"/>
                      <a:pt x="18982" y="133"/>
                      <a:pt x="22384" y="174"/>
                    </a:cubicBezTo>
                    <a:cubicBezTo>
                      <a:pt x="25787" y="215"/>
                      <a:pt x="31812" y="1199"/>
                      <a:pt x="33698" y="1404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8" name="Google Shape;288;p26"/>
              <p:cNvSpPr/>
              <p:nvPr/>
            </p:nvSpPr>
            <p:spPr>
              <a:xfrm>
                <a:off x="-73800" y="-249562"/>
                <a:ext cx="2084622" cy="3474345"/>
              </a:xfrm>
              <a:custGeom>
                <a:rect b="b" l="l" r="r" t="t"/>
                <a:pathLst>
                  <a:path extrusionOk="0" h="134054" w="80433">
                    <a:moveTo>
                      <a:pt x="0" y="134054"/>
                    </a:moveTo>
                    <a:cubicBezTo>
                      <a:pt x="1968" y="131553"/>
                      <a:pt x="9306" y="125609"/>
                      <a:pt x="11807" y="119050"/>
                    </a:cubicBezTo>
                    <a:cubicBezTo>
                      <a:pt x="14308" y="112491"/>
                      <a:pt x="13118" y="102570"/>
                      <a:pt x="15004" y="94699"/>
                    </a:cubicBezTo>
                    <a:cubicBezTo>
                      <a:pt x="16890" y="86828"/>
                      <a:pt x="20333" y="80925"/>
                      <a:pt x="23121" y="71824"/>
                    </a:cubicBezTo>
                    <a:cubicBezTo>
                      <a:pt x="25909" y="62723"/>
                      <a:pt x="28737" y="47636"/>
                      <a:pt x="31730" y="40093"/>
                    </a:cubicBezTo>
                    <a:cubicBezTo>
                      <a:pt x="34723" y="32550"/>
                      <a:pt x="34354" y="32304"/>
                      <a:pt x="41077" y="26565"/>
                    </a:cubicBezTo>
                    <a:cubicBezTo>
                      <a:pt x="47800" y="20826"/>
                      <a:pt x="65511" y="10085"/>
                      <a:pt x="72070" y="5657"/>
                    </a:cubicBezTo>
                    <a:cubicBezTo>
                      <a:pt x="78629" y="1230"/>
                      <a:pt x="79039" y="943"/>
                      <a:pt x="80433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289" name="Google Shape;289;p26"/>
              <p:cNvSpPr/>
              <p:nvPr/>
            </p:nvSpPr>
            <p:spPr>
              <a:xfrm flipH="1" rot="2497583">
                <a:off x="8493258" y="-659075"/>
                <a:ext cx="1766335" cy="1534592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6"/>
              <p:cNvSpPr/>
              <p:nvPr/>
            </p:nvSpPr>
            <p:spPr>
              <a:xfrm>
                <a:off x="7681481" y="4063425"/>
                <a:ext cx="1547531" cy="1213880"/>
              </a:xfrm>
              <a:custGeom>
                <a:rect b="b" l="l" r="r" t="t"/>
                <a:pathLst>
                  <a:path extrusionOk="0" h="42061" w="53622">
                    <a:moveTo>
                      <a:pt x="53622" y="0"/>
                    </a:moveTo>
                    <a:cubicBezTo>
                      <a:pt x="52515" y="1517"/>
                      <a:pt x="49400" y="5453"/>
                      <a:pt x="46981" y="9101"/>
                    </a:cubicBezTo>
                    <a:cubicBezTo>
                      <a:pt x="44562" y="12750"/>
                      <a:pt x="41201" y="18734"/>
                      <a:pt x="39110" y="21891"/>
                    </a:cubicBezTo>
                    <a:cubicBezTo>
                      <a:pt x="37019" y="25048"/>
                      <a:pt x="36896" y="26237"/>
                      <a:pt x="34436" y="28041"/>
                    </a:cubicBezTo>
                    <a:cubicBezTo>
                      <a:pt x="31976" y="29845"/>
                      <a:pt x="28287" y="31320"/>
                      <a:pt x="24351" y="32714"/>
                    </a:cubicBezTo>
                    <a:cubicBezTo>
                      <a:pt x="20416" y="34108"/>
                      <a:pt x="14882" y="34846"/>
                      <a:pt x="10823" y="36404"/>
                    </a:cubicBezTo>
                    <a:cubicBezTo>
                      <a:pt x="6765" y="37962"/>
                      <a:pt x="1804" y="41118"/>
                      <a:pt x="0" y="42061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291" name="Google Shape;291;p26"/>
            <p:cNvSpPr/>
            <p:nvPr/>
          </p:nvSpPr>
          <p:spPr>
            <a:xfrm rot="2700000">
              <a:off x="-1158376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2">
  <p:cSld name="CUSTOM_4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7"/>
          <p:cNvGrpSpPr/>
          <p:nvPr/>
        </p:nvGrpSpPr>
        <p:grpSpPr>
          <a:xfrm>
            <a:off x="-1681342" y="-143275"/>
            <a:ext cx="11014667" cy="6437347"/>
            <a:chOff x="-1681342" y="-143275"/>
            <a:chExt cx="11014667" cy="6437347"/>
          </a:xfrm>
        </p:grpSpPr>
        <p:sp>
          <p:nvSpPr>
            <p:cNvPr id="294" name="Google Shape;294;p27"/>
            <p:cNvSpPr/>
            <p:nvPr/>
          </p:nvSpPr>
          <p:spPr>
            <a:xfrm>
              <a:off x="8688591" y="4441507"/>
              <a:ext cx="347950" cy="931300"/>
            </a:xfrm>
            <a:custGeom>
              <a:rect b="b" l="l" r="r" t="t"/>
              <a:pathLst>
                <a:path extrusionOk="0" h="37252" w="13918">
                  <a:moveTo>
                    <a:pt x="0" y="0"/>
                  </a:moveTo>
                  <a:cubicBezTo>
                    <a:pt x="955" y="1979"/>
                    <a:pt x="5390" y="8324"/>
                    <a:pt x="5731" y="11872"/>
                  </a:cubicBezTo>
                  <a:cubicBezTo>
                    <a:pt x="6072" y="15420"/>
                    <a:pt x="2115" y="18490"/>
                    <a:pt x="2047" y="21287"/>
                  </a:cubicBezTo>
                  <a:cubicBezTo>
                    <a:pt x="1979" y="24084"/>
                    <a:pt x="3344" y="25994"/>
                    <a:pt x="5322" y="28655"/>
                  </a:cubicBezTo>
                  <a:cubicBezTo>
                    <a:pt x="7301" y="31316"/>
                    <a:pt x="12485" y="35819"/>
                    <a:pt x="13918" y="37252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295" name="Google Shape;295;p27"/>
            <p:cNvGrpSpPr/>
            <p:nvPr/>
          </p:nvGrpSpPr>
          <p:grpSpPr>
            <a:xfrm>
              <a:off x="-1681342" y="-143275"/>
              <a:ext cx="5565117" cy="6437347"/>
              <a:chOff x="-1681342" y="-143275"/>
              <a:chExt cx="5565117" cy="6437347"/>
            </a:xfrm>
          </p:grpSpPr>
          <p:sp>
            <p:nvSpPr>
              <p:cNvPr id="296" name="Google Shape;296;p27"/>
              <p:cNvSpPr/>
              <p:nvPr/>
            </p:nvSpPr>
            <p:spPr>
              <a:xfrm rot="650892">
                <a:off x="-1444977" y="2983227"/>
                <a:ext cx="4365060" cy="2926223"/>
              </a:xfrm>
              <a:custGeom>
                <a:rect b="b" l="l" r="r" t="t"/>
                <a:pathLst>
                  <a:path extrusionOk="0" h="72873" w="108705">
                    <a:moveTo>
                      <a:pt x="21537" y="1"/>
                    </a:moveTo>
                    <a:cubicBezTo>
                      <a:pt x="20162" y="1"/>
                      <a:pt x="18789" y="150"/>
                      <a:pt x="17443" y="467"/>
                    </a:cubicBezTo>
                    <a:cubicBezTo>
                      <a:pt x="14872" y="1098"/>
                      <a:pt x="12455" y="2265"/>
                      <a:pt x="10359" y="3908"/>
                    </a:cubicBezTo>
                    <a:cubicBezTo>
                      <a:pt x="6704" y="6778"/>
                      <a:pt x="3942" y="10623"/>
                      <a:pt x="2406" y="15005"/>
                    </a:cubicBezTo>
                    <a:cubicBezTo>
                      <a:pt x="1" y="21887"/>
                      <a:pt x="465" y="29495"/>
                      <a:pt x="2322" y="36531"/>
                    </a:cubicBezTo>
                    <a:cubicBezTo>
                      <a:pt x="4632" y="45258"/>
                      <a:pt x="9169" y="53486"/>
                      <a:pt x="15872" y="59546"/>
                    </a:cubicBezTo>
                    <a:cubicBezTo>
                      <a:pt x="23444" y="66392"/>
                      <a:pt x="33433" y="70119"/>
                      <a:pt x="43494" y="71845"/>
                    </a:cubicBezTo>
                    <a:cubicBezTo>
                      <a:pt x="47363" y="72508"/>
                      <a:pt x="51330" y="72873"/>
                      <a:pt x="55287" y="72873"/>
                    </a:cubicBezTo>
                    <a:cubicBezTo>
                      <a:pt x="64894" y="72873"/>
                      <a:pt x="74447" y="70724"/>
                      <a:pt x="82416" y="65487"/>
                    </a:cubicBezTo>
                    <a:cubicBezTo>
                      <a:pt x="89512" y="60832"/>
                      <a:pt x="95001" y="53926"/>
                      <a:pt x="98477" y="46187"/>
                    </a:cubicBezTo>
                    <a:cubicBezTo>
                      <a:pt x="103121" y="35876"/>
                      <a:pt x="108705" y="15064"/>
                      <a:pt x="94846" y="9135"/>
                    </a:cubicBezTo>
                    <a:cubicBezTo>
                      <a:pt x="93101" y="8418"/>
                      <a:pt x="91265" y="8067"/>
                      <a:pt x="89441" y="8067"/>
                    </a:cubicBezTo>
                    <a:cubicBezTo>
                      <a:pt x="86087" y="8067"/>
                      <a:pt x="82776" y="9253"/>
                      <a:pt x="80154" y="11528"/>
                    </a:cubicBezTo>
                    <a:cubicBezTo>
                      <a:pt x="75213" y="15922"/>
                      <a:pt x="74046" y="23101"/>
                      <a:pt x="70521" y="28685"/>
                    </a:cubicBezTo>
                    <a:cubicBezTo>
                      <a:pt x="68509" y="31876"/>
                      <a:pt x="65592" y="34614"/>
                      <a:pt x="62020" y="35829"/>
                    </a:cubicBezTo>
                    <a:cubicBezTo>
                      <a:pt x="60773" y="36255"/>
                      <a:pt x="59446" y="36475"/>
                      <a:pt x="58124" y="36475"/>
                    </a:cubicBezTo>
                    <a:cubicBezTo>
                      <a:pt x="55647" y="36475"/>
                      <a:pt x="53192" y="35705"/>
                      <a:pt x="51329" y="34090"/>
                    </a:cubicBezTo>
                    <a:cubicBezTo>
                      <a:pt x="47280" y="30578"/>
                      <a:pt x="46899" y="24613"/>
                      <a:pt x="45244" y="19839"/>
                    </a:cubicBezTo>
                    <a:cubicBezTo>
                      <a:pt x="43363" y="14433"/>
                      <a:pt x="40161" y="9040"/>
                      <a:pt x="35839" y="5408"/>
                    </a:cubicBezTo>
                    <a:cubicBezTo>
                      <a:pt x="31934" y="2124"/>
                      <a:pt x="26720" y="1"/>
                      <a:pt x="2153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97" name="Google Shape;297;p27"/>
              <p:cNvGrpSpPr/>
              <p:nvPr/>
            </p:nvGrpSpPr>
            <p:grpSpPr>
              <a:xfrm>
                <a:off x="-92100" y="-143275"/>
                <a:ext cx="3975875" cy="5423975"/>
                <a:chOff x="-92100" y="-143275"/>
                <a:chExt cx="3975875" cy="5423975"/>
              </a:xfrm>
            </p:grpSpPr>
            <p:sp>
              <p:nvSpPr>
                <p:cNvPr id="298" name="Google Shape;298;p27"/>
                <p:cNvSpPr/>
                <p:nvPr/>
              </p:nvSpPr>
              <p:spPr>
                <a:xfrm>
                  <a:off x="156942" y="286550"/>
                  <a:ext cx="1224625" cy="3203225"/>
                </a:xfrm>
                <a:custGeom>
                  <a:rect b="b" l="l" r="r" t="t"/>
                  <a:pathLst>
                    <a:path extrusionOk="0" h="128129" w="48985">
                      <a:moveTo>
                        <a:pt x="48985" y="0"/>
                      </a:moveTo>
                      <a:cubicBezTo>
                        <a:pt x="47859" y="853"/>
                        <a:pt x="43868" y="2729"/>
                        <a:pt x="42231" y="5117"/>
                      </a:cubicBezTo>
                      <a:cubicBezTo>
                        <a:pt x="40594" y="7505"/>
                        <a:pt x="40867" y="12144"/>
                        <a:pt x="39161" y="14327"/>
                      </a:cubicBezTo>
                      <a:cubicBezTo>
                        <a:pt x="37455" y="16510"/>
                        <a:pt x="35545" y="17193"/>
                        <a:pt x="31997" y="18216"/>
                      </a:cubicBezTo>
                      <a:cubicBezTo>
                        <a:pt x="28449" y="19240"/>
                        <a:pt x="21354" y="19035"/>
                        <a:pt x="17874" y="20468"/>
                      </a:cubicBezTo>
                      <a:cubicBezTo>
                        <a:pt x="14395" y="21901"/>
                        <a:pt x="12587" y="24084"/>
                        <a:pt x="11120" y="26813"/>
                      </a:cubicBezTo>
                      <a:cubicBezTo>
                        <a:pt x="9653" y="29542"/>
                        <a:pt x="9210" y="34045"/>
                        <a:pt x="9073" y="36842"/>
                      </a:cubicBezTo>
                      <a:cubicBezTo>
                        <a:pt x="8937" y="39639"/>
                        <a:pt x="9789" y="40594"/>
                        <a:pt x="10301" y="43596"/>
                      </a:cubicBezTo>
                      <a:cubicBezTo>
                        <a:pt x="10813" y="46598"/>
                        <a:pt x="11324" y="51920"/>
                        <a:pt x="12143" y="54854"/>
                      </a:cubicBezTo>
                      <a:cubicBezTo>
                        <a:pt x="12962" y="57788"/>
                        <a:pt x="15384" y="56355"/>
                        <a:pt x="15213" y="61199"/>
                      </a:cubicBezTo>
                      <a:cubicBezTo>
                        <a:pt x="15043" y="66043"/>
                        <a:pt x="13644" y="78153"/>
                        <a:pt x="11120" y="83918"/>
                      </a:cubicBezTo>
                      <a:cubicBezTo>
                        <a:pt x="8596" y="89683"/>
                        <a:pt x="-888" y="88421"/>
                        <a:pt x="67" y="95789"/>
                      </a:cubicBezTo>
                      <a:cubicBezTo>
                        <a:pt x="1022" y="103158"/>
                        <a:pt x="14054" y="122739"/>
                        <a:pt x="16851" y="128129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299" name="Google Shape;299;p27"/>
                <p:cNvSpPr/>
                <p:nvPr/>
              </p:nvSpPr>
              <p:spPr>
                <a:xfrm>
                  <a:off x="-92100" y="-143275"/>
                  <a:ext cx="3975875" cy="3712800"/>
                </a:xfrm>
                <a:custGeom>
                  <a:rect b="b" l="l" r="r" t="t"/>
                  <a:pathLst>
                    <a:path extrusionOk="0" h="148512" w="159035">
                      <a:moveTo>
                        <a:pt x="0" y="135702"/>
                      </a:moveTo>
                      <a:cubicBezTo>
                        <a:pt x="1808" y="137408"/>
                        <a:pt x="7471" y="143821"/>
                        <a:pt x="10848" y="145936"/>
                      </a:cubicBezTo>
                      <a:cubicBezTo>
                        <a:pt x="14225" y="148051"/>
                        <a:pt x="17432" y="148836"/>
                        <a:pt x="20263" y="148392"/>
                      </a:cubicBezTo>
                      <a:cubicBezTo>
                        <a:pt x="23094" y="147949"/>
                        <a:pt x="25516" y="145458"/>
                        <a:pt x="27836" y="143275"/>
                      </a:cubicBezTo>
                      <a:cubicBezTo>
                        <a:pt x="30156" y="141092"/>
                        <a:pt x="31623" y="138396"/>
                        <a:pt x="34181" y="135292"/>
                      </a:cubicBezTo>
                      <a:cubicBezTo>
                        <a:pt x="36740" y="132188"/>
                        <a:pt x="39912" y="126798"/>
                        <a:pt x="43187" y="124649"/>
                      </a:cubicBezTo>
                      <a:cubicBezTo>
                        <a:pt x="46462" y="122500"/>
                        <a:pt x="50146" y="124343"/>
                        <a:pt x="53830" y="122398"/>
                      </a:cubicBezTo>
                      <a:cubicBezTo>
                        <a:pt x="57514" y="120454"/>
                        <a:pt x="62222" y="116837"/>
                        <a:pt x="65292" y="112982"/>
                      </a:cubicBezTo>
                      <a:cubicBezTo>
                        <a:pt x="68362" y="109127"/>
                        <a:pt x="69420" y="104011"/>
                        <a:pt x="72251" y="99269"/>
                      </a:cubicBezTo>
                      <a:cubicBezTo>
                        <a:pt x="75082" y="94527"/>
                        <a:pt x="78528" y="87739"/>
                        <a:pt x="82280" y="84532"/>
                      </a:cubicBezTo>
                      <a:cubicBezTo>
                        <a:pt x="86033" y="81325"/>
                        <a:pt x="89649" y="85078"/>
                        <a:pt x="94766" y="80029"/>
                      </a:cubicBezTo>
                      <a:cubicBezTo>
                        <a:pt x="99883" y="74980"/>
                        <a:pt x="109196" y="60790"/>
                        <a:pt x="112982" y="54240"/>
                      </a:cubicBezTo>
                      <a:cubicBezTo>
                        <a:pt x="116769" y="47690"/>
                        <a:pt x="116257" y="44245"/>
                        <a:pt x="117485" y="40731"/>
                      </a:cubicBezTo>
                      <a:cubicBezTo>
                        <a:pt x="118713" y="37217"/>
                        <a:pt x="117144" y="35989"/>
                        <a:pt x="120351" y="33158"/>
                      </a:cubicBezTo>
                      <a:cubicBezTo>
                        <a:pt x="123558" y="30327"/>
                        <a:pt x="133041" y="26302"/>
                        <a:pt x="136725" y="23743"/>
                      </a:cubicBezTo>
                      <a:cubicBezTo>
                        <a:pt x="140409" y="21185"/>
                        <a:pt x="139795" y="19717"/>
                        <a:pt x="142456" y="17807"/>
                      </a:cubicBezTo>
                      <a:cubicBezTo>
                        <a:pt x="145117" y="15897"/>
                        <a:pt x="150132" y="13782"/>
                        <a:pt x="152690" y="12281"/>
                      </a:cubicBezTo>
                      <a:cubicBezTo>
                        <a:pt x="155249" y="10780"/>
                        <a:pt x="156750" y="10848"/>
                        <a:pt x="157807" y="8801"/>
                      </a:cubicBezTo>
                      <a:cubicBezTo>
                        <a:pt x="158865" y="6754"/>
                        <a:pt x="158830" y="1467"/>
                        <a:pt x="159035" y="0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00" name="Google Shape;300;p27"/>
                <p:cNvSpPr/>
                <p:nvPr/>
              </p:nvSpPr>
              <p:spPr>
                <a:xfrm>
                  <a:off x="573100" y="3474425"/>
                  <a:ext cx="1458325" cy="1806275"/>
                </a:xfrm>
                <a:custGeom>
                  <a:rect b="b" l="l" r="r" t="t"/>
                  <a:pathLst>
                    <a:path extrusionOk="0" h="72251" w="58333">
                      <a:moveTo>
                        <a:pt x="0" y="0"/>
                      </a:moveTo>
                      <a:cubicBezTo>
                        <a:pt x="580" y="3445"/>
                        <a:pt x="2387" y="16442"/>
                        <a:pt x="3479" y="20672"/>
                      </a:cubicBezTo>
                      <a:cubicBezTo>
                        <a:pt x="4571" y="24902"/>
                        <a:pt x="4367" y="23777"/>
                        <a:pt x="6550" y="25380"/>
                      </a:cubicBezTo>
                      <a:cubicBezTo>
                        <a:pt x="8733" y="26983"/>
                        <a:pt x="13031" y="28314"/>
                        <a:pt x="16579" y="30292"/>
                      </a:cubicBezTo>
                      <a:cubicBezTo>
                        <a:pt x="20127" y="32271"/>
                        <a:pt x="25005" y="35068"/>
                        <a:pt x="27836" y="37251"/>
                      </a:cubicBezTo>
                      <a:cubicBezTo>
                        <a:pt x="30667" y="39434"/>
                        <a:pt x="31896" y="41310"/>
                        <a:pt x="33567" y="43391"/>
                      </a:cubicBezTo>
                      <a:cubicBezTo>
                        <a:pt x="35239" y="45472"/>
                        <a:pt x="36432" y="47553"/>
                        <a:pt x="37865" y="49736"/>
                      </a:cubicBezTo>
                      <a:cubicBezTo>
                        <a:pt x="39298" y="51919"/>
                        <a:pt x="39742" y="54137"/>
                        <a:pt x="42164" y="56491"/>
                      </a:cubicBezTo>
                      <a:cubicBezTo>
                        <a:pt x="44586" y="58845"/>
                        <a:pt x="49703" y="61232"/>
                        <a:pt x="52398" y="63859"/>
                      </a:cubicBezTo>
                      <a:cubicBezTo>
                        <a:pt x="55093" y="66486"/>
                        <a:pt x="57344" y="70852"/>
                        <a:pt x="58333" y="7225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01" name="Google Shape;301;p27"/>
                <p:cNvSpPr/>
                <p:nvPr/>
              </p:nvSpPr>
              <p:spPr>
                <a:xfrm>
                  <a:off x="1228075" y="-138150"/>
                  <a:ext cx="1611825" cy="1038725"/>
                </a:xfrm>
                <a:custGeom>
                  <a:rect b="b" l="l" r="r" t="t"/>
                  <a:pathLst>
                    <a:path extrusionOk="0" h="41549" w="64473">
                      <a:moveTo>
                        <a:pt x="64473" y="41549"/>
                      </a:moveTo>
                      <a:cubicBezTo>
                        <a:pt x="62563" y="41242"/>
                        <a:pt x="57036" y="40150"/>
                        <a:pt x="53011" y="39707"/>
                      </a:cubicBezTo>
                      <a:cubicBezTo>
                        <a:pt x="48986" y="39264"/>
                        <a:pt x="43187" y="40219"/>
                        <a:pt x="40321" y="38889"/>
                      </a:cubicBezTo>
                      <a:cubicBezTo>
                        <a:pt x="37456" y="37559"/>
                        <a:pt x="37626" y="33431"/>
                        <a:pt x="35818" y="31725"/>
                      </a:cubicBezTo>
                      <a:cubicBezTo>
                        <a:pt x="34010" y="30019"/>
                        <a:pt x="32748" y="29337"/>
                        <a:pt x="29473" y="28655"/>
                      </a:cubicBezTo>
                      <a:cubicBezTo>
                        <a:pt x="26198" y="27973"/>
                        <a:pt x="19342" y="28791"/>
                        <a:pt x="16169" y="27631"/>
                      </a:cubicBezTo>
                      <a:cubicBezTo>
                        <a:pt x="12997" y="26471"/>
                        <a:pt x="12144" y="23811"/>
                        <a:pt x="10438" y="21696"/>
                      </a:cubicBezTo>
                      <a:cubicBezTo>
                        <a:pt x="8732" y="19581"/>
                        <a:pt x="7265" y="17466"/>
                        <a:pt x="5935" y="14941"/>
                      </a:cubicBezTo>
                      <a:cubicBezTo>
                        <a:pt x="4605" y="12417"/>
                        <a:pt x="3445" y="9039"/>
                        <a:pt x="2456" y="6549"/>
                      </a:cubicBezTo>
                      <a:cubicBezTo>
                        <a:pt x="1467" y="4059"/>
                        <a:pt x="409" y="1092"/>
                        <a:pt x="0" y="0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</p:grpSp>
        <p:sp>
          <p:nvSpPr>
            <p:cNvPr id="302" name="Google Shape;302;p27"/>
            <p:cNvSpPr/>
            <p:nvPr/>
          </p:nvSpPr>
          <p:spPr>
            <a:xfrm>
              <a:off x="6657150" y="4021622"/>
              <a:ext cx="2676175" cy="1182325"/>
            </a:xfrm>
            <a:custGeom>
              <a:rect b="b" l="l" r="r" t="t"/>
              <a:pathLst>
                <a:path extrusionOk="0" h="47293" w="107047">
                  <a:moveTo>
                    <a:pt x="0" y="47293"/>
                  </a:moveTo>
                  <a:cubicBezTo>
                    <a:pt x="1876" y="46645"/>
                    <a:pt x="6414" y="44052"/>
                    <a:pt x="11258" y="43404"/>
                  </a:cubicBezTo>
                  <a:cubicBezTo>
                    <a:pt x="16102" y="42756"/>
                    <a:pt x="22857" y="44462"/>
                    <a:pt x="29065" y="43404"/>
                  </a:cubicBezTo>
                  <a:cubicBezTo>
                    <a:pt x="35274" y="42347"/>
                    <a:pt x="43733" y="38799"/>
                    <a:pt x="48509" y="37059"/>
                  </a:cubicBezTo>
                  <a:cubicBezTo>
                    <a:pt x="53285" y="35319"/>
                    <a:pt x="54684" y="33852"/>
                    <a:pt x="57720" y="32965"/>
                  </a:cubicBezTo>
                  <a:cubicBezTo>
                    <a:pt x="60756" y="32078"/>
                    <a:pt x="62632" y="34705"/>
                    <a:pt x="66725" y="31737"/>
                  </a:cubicBezTo>
                  <a:cubicBezTo>
                    <a:pt x="70819" y="28769"/>
                    <a:pt x="79245" y="20070"/>
                    <a:pt x="82281" y="15158"/>
                  </a:cubicBezTo>
                  <a:cubicBezTo>
                    <a:pt x="85317" y="10246"/>
                    <a:pt x="83612" y="4788"/>
                    <a:pt x="84942" y="2264"/>
                  </a:cubicBezTo>
                  <a:cubicBezTo>
                    <a:pt x="86272" y="-260"/>
                    <a:pt x="88557" y="114"/>
                    <a:pt x="90263" y="12"/>
                  </a:cubicBezTo>
                  <a:cubicBezTo>
                    <a:pt x="91969" y="-90"/>
                    <a:pt x="93743" y="456"/>
                    <a:pt x="95176" y="1650"/>
                  </a:cubicBezTo>
                  <a:cubicBezTo>
                    <a:pt x="96609" y="2844"/>
                    <a:pt x="96882" y="4856"/>
                    <a:pt x="98860" y="7176"/>
                  </a:cubicBezTo>
                  <a:cubicBezTo>
                    <a:pt x="100839" y="9496"/>
                    <a:pt x="105683" y="14169"/>
                    <a:pt x="107047" y="15568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303" name="Google Shape;303;p27"/>
          <p:cNvSpPr txBox="1"/>
          <p:nvPr>
            <p:ph type="title"/>
          </p:nvPr>
        </p:nvSpPr>
        <p:spPr>
          <a:xfrm>
            <a:off x="4248200" y="1177913"/>
            <a:ext cx="3732000" cy="164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4" name="Google Shape;304;p27"/>
          <p:cNvSpPr txBox="1"/>
          <p:nvPr>
            <p:ph idx="1" type="subTitle"/>
          </p:nvPr>
        </p:nvSpPr>
        <p:spPr>
          <a:xfrm>
            <a:off x="5168950" y="2836088"/>
            <a:ext cx="2811300" cy="1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3">
  <p:cSld name="SECTION_TITLE_AND_DESCRIPTION_2_1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"/>
          <p:cNvSpPr txBox="1"/>
          <p:nvPr>
            <p:ph type="title"/>
          </p:nvPr>
        </p:nvSpPr>
        <p:spPr>
          <a:xfrm>
            <a:off x="731125" y="1885950"/>
            <a:ext cx="4045200" cy="80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4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7" name="Google Shape;307;p28"/>
          <p:cNvSpPr txBox="1"/>
          <p:nvPr>
            <p:ph idx="1" type="subTitle"/>
          </p:nvPr>
        </p:nvSpPr>
        <p:spPr>
          <a:xfrm>
            <a:off x="731125" y="2687250"/>
            <a:ext cx="40452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29"/>
          <p:cNvGrpSpPr/>
          <p:nvPr/>
        </p:nvGrpSpPr>
        <p:grpSpPr>
          <a:xfrm>
            <a:off x="-1509775" y="-1051988"/>
            <a:ext cx="10720800" cy="8547429"/>
            <a:chOff x="-1509775" y="-1051988"/>
            <a:chExt cx="10720800" cy="8547429"/>
          </a:xfrm>
        </p:grpSpPr>
        <p:sp>
          <p:nvSpPr>
            <p:cNvPr id="310" name="Google Shape;310;p29"/>
            <p:cNvSpPr/>
            <p:nvPr/>
          </p:nvSpPr>
          <p:spPr>
            <a:xfrm rot="10800000">
              <a:off x="-1509775" y="4569225"/>
              <a:ext cx="4365049" cy="2926215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9"/>
            <p:cNvSpPr/>
            <p:nvPr/>
          </p:nvSpPr>
          <p:spPr>
            <a:xfrm>
              <a:off x="3223025" y="4848493"/>
              <a:ext cx="368875" cy="374250"/>
            </a:xfrm>
            <a:custGeom>
              <a:rect b="b" l="l" r="r" t="t"/>
              <a:pathLst>
                <a:path extrusionOk="0" h="14970" w="14755">
                  <a:moveTo>
                    <a:pt x="14746" y="0"/>
                  </a:moveTo>
                  <a:cubicBezTo>
                    <a:pt x="14709" y="410"/>
                    <a:pt x="14858" y="1453"/>
                    <a:pt x="14523" y="2458"/>
                  </a:cubicBezTo>
                  <a:cubicBezTo>
                    <a:pt x="14188" y="3464"/>
                    <a:pt x="13742" y="5102"/>
                    <a:pt x="12736" y="6033"/>
                  </a:cubicBezTo>
                  <a:cubicBezTo>
                    <a:pt x="11731" y="6964"/>
                    <a:pt x="9831" y="7337"/>
                    <a:pt x="8490" y="8044"/>
                  </a:cubicBezTo>
                  <a:cubicBezTo>
                    <a:pt x="7149" y="8752"/>
                    <a:pt x="5809" y="9422"/>
                    <a:pt x="4692" y="10278"/>
                  </a:cubicBezTo>
                  <a:cubicBezTo>
                    <a:pt x="3575" y="11135"/>
                    <a:pt x="2569" y="12401"/>
                    <a:pt x="1787" y="13183"/>
                  </a:cubicBezTo>
                  <a:cubicBezTo>
                    <a:pt x="1005" y="13965"/>
                    <a:pt x="298" y="14672"/>
                    <a:pt x="0" y="1497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2" name="Google Shape;312;p29"/>
            <p:cNvSpPr/>
            <p:nvPr/>
          </p:nvSpPr>
          <p:spPr>
            <a:xfrm>
              <a:off x="396586" y="4417229"/>
              <a:ext cx="955203" cy="737316"/>
            </a:xfrm>
            <a:custGeom>
              <a:rect b="b" l="l" r="r" t="t"/>
              <a:pathLst>
                <a:path extrusionOk="0" h="30386" w="37984">
                  <a:moveTo>
                    <a:pt x="0" y="0"/>
                  </a:moveTo>
                  <a:cubicBezTo>
                    <a:pt x="1341" y="1303"/>
                    <a:pt x="6219" y="5549"/>
                    <a:pt x="8044" y="7820"/>
                  </a:cubicBezTo>
                  <a:cubicBezTo>
                    <a:pt x="9869" y="10092"/>
                    <a:pt x="9460" y="12102"/>
                    <a:pt x="10949" y="13629"/>
                  </a:cubicBezTo>
                  <a:cubicBezTo>
                    <a:pt x="12439" y="15156"/>
                    <a:pt x="15082" y="16273"/>
                    <a:pt x="16981" y="16980"/>
                  </a:cubicBezTo>
                  <a:cubicBezTo>
                    <a:pt x="18880" y="17688"/>
                    <a:pt x="20184" y="17278"/>
                    <a:pt x="22344" y="17874"/>
                  </a:cubicBezTo>
                  <a:cubicBezTo>
                    <a:pt x="24504" y="18470"/>
                    <a:pt x="27966" y="19103"/>
                    <a:pt x="29940" y="20555"/>
                  </a:cubicBezTo>
                  <a:cubicBezTo>
                    <a:pt x="31914" y="22007"/>
                    <a:pt x="32845" y="24950"/>
                    <a:pt x="34186" y="26588"/>
                  </a:cubicBezTo>
                  <a:cubicBezTo>
                    <a:pt x="35527" y="28227"/>
                    <a:pt x="37351" y="29753"/>
                    <a:pt x="37984" y="30386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3" name="Google Shape;313;p29"/>
            <p:cNvSpPr/>
            <p:nvPr/>
          </p:nvSpPr>
          <p:spPr>
            <a:xfrm>
              <a:off x="245750" y="4358641"/>
              <a:ext cx="430125" cy="929975"/>
            </a:xfrm>
            <a:custGeom>
              <a:rect b="b" l="l" r="r" t="t"/>
              <a:pathLst>
                <a:path extrusionOk="0" h="37199" w="17205">
                  <a:moveTo>
                    <a:pt x="9385" y="379"/>
                  </a:moveTo>
                  <a:cubicBezTo>
                    <a:pt x="9385" y="342"/>
                    <a:pt x="9906" y="-283"/>
                    <a:pt x="9385" y="156"/>
                  </a:cubicBezTo>
                  <a:cubicBezTo>
                    <a:pt x="8864" y="595"/>
                    <a:pt x="7486" y="1942"/>
                    <a:pt x="6257" y="3014"/>
                  </a:cubicBezTo>
                  <a:cubicBezTo>
                    <a:pt x="5028" y="4086"/>
                    <a:pt x="3055" y="4690"/>
                    <a:pt x="2012" y="6589"/>
                  </a:cubicBezTo>
                  <a:cubicBezTo>
                    <a:pt x="969" y="8488"/>
                    <a:pt x="-36" y="11877"/>
                    <a:pt x="1" y="14409"/>
                  </a:cubicBezTo>
                  <a:cubicBezTo>
                    <a:pt x="38" y="16941"/>
                    <a:pt x="1267" y="19734"/>
                    <a:pt x="2235" y="21782"/>
                  </a:cubicBezTo>
                  <a:cubicBezTo>
                    <a:pt x="3203" y="23830"/>
                    <a:pt x="4097" y="24985"/>
                    <a:pt x="5810" y="26698"/>
                  </a:cubicBezTo>
                  <a:cubicBezTo>
                    <a:pt x="7523" y="28411"/>
                    <a:pt x="10614" y="30310"/>
                    <a:pt x="12513" y="32060"/>
                  </a:cubicBezTo>
                  <a:cubicBezTo>
                    <a:pt x="14412" y="33810"/>
                    <a:pt x="16423" y="36343"/>
                    <a:pt x="17205" y="37199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4" name="Google Shape;314;p29"/>
            <p:cNvSpPr/>
            <p:nvPr/>
          </p:nvSpPr>
          <p:spPr>
            <a:xfrm flipH="1" rot="2497583">
              <a:off x="-734542" y="-65907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-61450" y="4204956"/>
              <a:ext cx="1843725" cy="813300"/>
            </a:xfrm>
            <a:custGeom>
              <a:rect b="b" l="l" r="r" t="t"/>
              <a:pathLst>
                <a:path extrusionOk="0" h="32532" w="73749">
                  <a:moveTo>
                    <a:pt x="0" y="717"/>
                  </a:moveTo>
                  <a:cubicBezTo>
                    <a:pt x="1564" y="643"/>
                    <a:pt x="6144" y="-511"/>
                    <a:pt x="9384" y="271"/>
                  </a:cubicBezTo>
                  <a:cubicBezTo>
                    <a:pt x="12624" y="1053"/>
                    <a:pt x="16348" y="4256"/>
                    <a:pt x="19439" y="5410"/>
                  </a:cubicBezTo>
                  <a:cubicBezTo>
                    <a:pt x="22530" y="6564"/>
                    <a:pt x="25248" y="6117"/>
                    <a:pt x="27929" y="7197"/>
                  </a:cubicBezTo>
                  <a:cubicBezTo>
                    <a:pt x="30610" y="8277"/>
                    <a:pt x="32323" y="10958"/>
                    <a:pt x="35526" y="11889"/>
                  </a:cubicBezTo>
                  <a:cubicBezTo>
                    <a:pt x="38729" y="12820"/>
                    <a:pt x="43682" y="11517"/>
                    <a:pt x="47145" y="12783"/>
                  </a:cubicBezTo>
                  <a:cubicBezTo>
                    <a:pt x="50608" y="14049"/>
                    <a:pt x="53922" y="17810"/>
                    <a:pt x="56305" y="19486"/>
                  </a:cubicBezTo>
                  <a:cubicBezTo>
                    <a:pt x="58688" y="21162"/>
                    <a:pt x="59444" y="22206"/>
                    <a:pt x="61444" y="22837"/>
                  </a:cubicBezTo>
                  <a:cubicBezTo>
                    <a:pt x="63444" y="23469"/>
                    <a:pt x="66860" y="22611"/>
                    <a:pt x="68303" y="23275"/>
                  </a:cubicBezTo>
                  <a:cubicBezTo>
                    <a:pt x="69746" y="23939"/>
                    <a:pt x="69543" y="25777"/>
                    <a:pt x="70102" y="26819"/>
                  </a:cubicBezTo>
                  <a:cubicBezTo>
                    <a:pt x="70661" y="27861"/>
                    <a:pt x="71048" y="28577"/>
                    <a:pt x="71656" y="29529"/>
                  </a:cubicBezTo>
                  <a:cubicBezTo>
                    <a:pt x="72264" y="30481"/>
                    <a:pt x="73400" y="32032"/>
                    <a:pt x="73749" y="3253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6" name="Google Shape;316;p29"/>
            <p:cNvSpPr/>
            <p:nvPr/>
          </p:nvSpPr>
          <p:spPr>
            <a:xfrm>
              <a:off x="1768775" y="4748383"/>
              <a:ext cx="2610525" cy="485550"/>
            </a:xfrm>
            <a:custGeom>
              <a:rect b="b" l="l" r="r" t="t"/>
              <a:pathLst>
                <a:path extrusionOk="0" h="19422" w="104421">
                  <a:moveTo>
                    <a:pt x="0" y="10184"/>
                  </a:moveTo>
                  <a:cubicBezTo>
                    <a:pt x="1446" y="10563"/>
                    <a:pt x="5536" y="12481"/>
                    <a:pt x="8677" y="12457"/>
                  </a:cubicBezTo>
                  <a:cubicBezTo>
                    <a:pt x="11818" y="12433"/>
                    <a:pt x="15476" y="10292"/>
                    <a:pt x="18846" y="10038"/>
                  </a:cubicBezTo>
                  <a:cubicBezTo>
                    <a:pt x="22217" y="9784"/>
                    <a:pt x="26023" y="10613"/>
                    <a:pt x="28900" y="10931"/>
                  </a:cubicBezTo>
                  <a:cubicBezTo>
                    <a:pt x="31777" y="11250"/>
                    <a:pt x="33953" y="12167"/>
                    <a:pt x="36110" y="11949"/>
                  </a:cubicBezTo>
                  <a:cubicBezTo>
                    <a:pt x="38267" y="11731"/>
                    <a:pt x="39141" y="10740"/>
                    <a:pt x="41841" y="9621"/>
                  </a:cubicBezTo>
                  <a:cubicBezTo>
                    <a:pt x="44542" y="8502"/>
                    <a:pt x="49481" y="6389"/>
                    <a:pt x="52313" y="5234"/>
                  </a:cubicBezTo>
                  <a:cubicBezTo>
                    <a:pt x="55145" y="4079"/>
                    <a:pt x="56176" y="2925"/>
                    <a:pt x="58834" y="2691"/>
                  </a:cubicBezTo>
                  <a:cubicBezTo>
                    <a:pt x="61492" y="2458"/>
                    <a:pt x="65382" y="3767"/>
                    <a:pt x="68263" y="3833"/>
                  </a:cubicBezTo>
                  <a:cubicBezTo>
                    <a:pt x="71144" y="3899"/>
                    <a:pt x="73960" y="3726"/>
                    <a:pt x="76120" y="3088"/>
                  </a:cubicBezTo>
                  <a:cubicBezTo>
                    <a:pt x="78280" y="2450"/>
                    <a:pt x="78288" y="-124"/>
                    <a:pt x="81222" y="5"/>
                  </a:cubicBezTo>
                  <a:cubicBezTo>
                    <a:pt x="84156" y="134"/>
                    <a:pt x="89856" y="627"/>
                    <a:pt x="93722" y="3863"/>
                  </a:cubicBezTo>
                  <a:cubicBezTo>
                    <a:pt x="97589" y="7099"/>
                    <a:pt x="102638" y="16829"/>
                    <a:pt x="104421" y="1942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17" name="Google Shape;317;p29"/>
            <p:cNvSpPr/>
            <p:nvPr/>
          </p:nvSpPr>
          <p:spPr>
            <a:xfrm>
              <a:off x="1066900" y="5010493"/>
              <a:ext cx="709400" cy="262525"/>
            </a:xfrm>
            <a:custGeom>
              <a:rect b="b" l="l" r="r" t="t"/>
              <a:pathLst>
                <a:path extrusionOk="0" h="10501" w="28376">
                  <a:moveTo>
                    <a:pt x="28376" y="0"/>
                  </a:moveTo>
                  <a:cubicBezTo>
                    <a:pt x="27706" y="447"/>
                    <a:pt x="25993" y="2197"/>
                    <a:pt x="24354" y="2681"/>
                  </a:cubicBezTo>
                  <a:cubicBezTo>
                    <a:pt x="22716" y="3165"/>
                    <a:pt x="20817" y="2830"/>
                    <a:pt x="18545" y="2904"/>
                  </a:cubicBezTo>
                  <a:cubicBezTo>
                    <a:pt x="16274" y="2979"/>
                    <a:pt x="12401" y="2830"/>
                    <a:pt x="10725" y="3128"/>
                  </a:cubicBezTo>
                  <a:cubicBezTo>
                    <a:pt x="9049" y="3426"/>
                    <a:pt x="9682" y="4134"/>
                    <a:pt x="8490" y="4692"/>
                  </a:cubicBezTo>
                  <a:cubicBezTo>
                    <a:pt x="7298" y="5251"/>
                    <a:pt x="4990" y="5511"/>
                    <a:pt x="3575" y="6479"/>
                  </a:cubicBezTo>
                  <a:cubicBezTo>
                    <a:pt x="2160" y="7447"/>
                    <a:pt x="596" y="9831"/>
                    <a:pt x="0" y="105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318" name="Google Shape;318;p29"/>
            <p:cNvGrpSpPr/>
            <p:nvPr/>
          </p:nvGrpSpPr>
          <p:grpSpPr>
            <a:xfrm>
              <a:off x="6570175" y="-56275"/>
              <a:ext cx="2640850" cy="676300"/>
              <a:chOff x="6570175" y="-56275"/>
              <a:chExt cx="2640850" cy="676300"/>
            </a:xfrm>
          </p:grpSpPr>
          <p:sp>
            <p:nvSpPr>
              <p:cNvPr id="319" name="Google Shape;319;p29"/>
              <p:cNvSpPr/>
              <p:nvPr/>
            </p:nvSpPr>
            <p:spPr>
              <a:xfrm>
                <a:off x="7900575" y="-25600"/>
                <a:ext cx="317250" cy="240500"/>
              </a:xfrm>
              <a:custGeom>
                <a:rect b="b" l="l" r="r" t="t"/>
                <a:pathLst>
                  <a:path extrusionOk="0" h="9620" w="12690">
                    <a:moveTo>
                      <a:pt x="0" y="9620"/>
                    </a:moveTo>
                    <a:cubicBezTo>
                      <a:pt x="853" y="9415"/>
                      <a:pt x="3480" y="9040"/>
                      <a:pt x="5117" y="8392"/>
                    </a:cubicBezTo>
                    <a:cubicBezTo>
                      <a:pt x="6754" y="7744"/>
                      <a:pt x="9005" y="6686"/>
                      <a:pt x="9824" y="5731"/>
                    </a:cubicBezTo>
                    <a:cubicBezTo>
                      <a:pt x="10643" y="4776"/>
                      <a:pt x="9551" y="3616"/>
                      <a:pt x="10029" y="2661"/>
                    </a:cubicBezTo>
                    <a:cubicBezTo>
                      <a:pt x="10507" y="1706"/>
                      <a:pt x="12247" y="444"/>
                      <a:pt x="1269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0" name="Google Shape;320;p29"/>
              <p:cNvSpPr/>
              <p:nvPr/>
            </p:nvSpPr>
            <p:spPr>
              <a:xfrm>
                <a:off x="8843507" y="368825"/>
                <a:ext cx="317249" cy="92100"/>
              </a:xfrm>
              <a:custGeom>
                <a:rect b="b" l="l" r="r" t="t"/>
                <a:pathLst>
                  <a:path extrusionOk="0" h="3684" w="10030">
                    <a:moveTo>
                      <a:pt x="0" y="3684"/>
                    </a:moveTo>
                    <a:cubicBezTo>
                      <a:pt x="1024" y="3445"/>
                      <a:pt x="4640" y="2558"/>
                      <a:pt x="6141" y="2251"/>
                    </a:cubicBezTo>
                    <a:cubicBezTo>
                      <a:pt x="7642" y="1944"/>
                      <a:pt x="8358" y="2217"/>
                      <a:pt x="9006" y="1842"/>
                    </a:cubicBezTo>
                    <a:cubicBezTo>
                      <a:pt x="9654" y="1467"/>
                      <a:pt x="9859" y="307"/>
                      <a:pt x="1003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21" name="Google Shape;321;p29"/>
              <p:cNvSpPr/>
              <p:nvPr/>
            </p:nvSpPr>
            <p:spPr>
              <a:xfrm>
                <a:off x="6570175" y="-56275"/>
                <a:ext cx="2640850" cy="676300"/>
              </a:xfrm>
              <a:custGeom>
                <a:rect b="b" l="l" r="r" t="t"/>
                <a:pathLst>
                  <a:path extrusionOk="0" h="27052" w="105634">
                    <a:moveTo>
                      <a:pt x="0" y="0"/>
                    </a:moveTo>
                    <a:cubicBezTo>
                      <a:pt x="2831" y="1058"/>
                      <a:pt x="12349" y="5288"/>
                      <a:pt x="16988" y="6345"/>
                    </a:cubicBezTo>
                    <a:cubicBezTo>
                      <a:pt x="21627" y="7403"/>
                      <a:pt x="23777" y="6209"/>
                      <a:pt x="27836" y="6345"/>
                    </a:cubicBezTo>
                    <a:cubicBezTo>
                      <a:pt x="31896" y="6481"/>
                      <a:pt x="37524" y="6617"/>
                      <a:pt x="41345" y="7163"/>
                    </a:cubicBezTo>
                    <a:cubicBezTo>
                      <a:pt x="45166" y="7709"/>
                      <a:pt x="47792" y="8596"/>
                      <a:pt x="50760" y="9619"/>
                    </a:cubicBezTo>
                    <a:cubicBezTo>
                      <a:pt x="53728" y="10643"/>
                      <a:pt x="55263" y="12451"/>
                      <a:pt x="59152" y="13304"/>
                    </a:cubicBezTo>
                    <a:cubicBezTo>
                      <a:pt x="63041" y="14157"/>
                      <a:pt x="69147" y="13952"/>
                      <a:pt x="74093" y="14736"/>
                    </a:cubicBezTo>
                    <a:cubicBezTo>
                      <a:pt x="79039" y="15521"/>
                      <a:pt x="85212" y="16107"/>
                      <a:pt x="88830" y="18011"/>
                    </a:cubicBezTo>
                    <a:cubicBezTo>
                      <a:pt x="92448" y="19915"/>
                      <a:pt x="93635" y="25024"/>
                      <a:pt x="95803" y="26158"/>
                    </a:cubicBezTo>
                    <a:cubicBezTo>
                      <a:pt x="97971" y="27293"/>
                      <a:pt x="100198" y="24669"/>
                      <a:pt x="101836" y="24818"/>
                    </a:cubicBezTo>
                    <a:cubicBezTo>
                      <a:pt x="103475" y="24967"/>
                      <a:pt x="105001" y="26680"/>
                      <a:pt x="105634" y="27052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322" name="Google Shape;322;p29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323" name="Google Shape;323;p29"/>
          <p:cNvSpPr/>
          <p:nvPr/>
        </p:nvSpPr>
        <p:spPr>
          <a:xfrm>
            <a:off x="8287400" y="4472197"/>
            <a:ext cx="1632477" cy="1094552"/>
          </a:xfrm>
          <a:custGeom>
            <a:rect b="b" l="l" r="r" t="t"/>
            <a:pathLst>
              <a:path extrusionOk="0" h="72873" w="108705">
                <a:moveTo>
                  <a:pt x="21537" y="1"/>
                </a:moveTo>
                <a:cubicBezTo>
                  <a:pt x="20162" y="1"/>
                  <a:pt x="18789" y="150"/>
                  <a:pt x="17443" y="467"/>
                </a:cubicBezTo>
                <a:cubicBezTo>
                  <a:pt x="14872" y="1098"/>
                  <a:pt x="12455" y="2265"/>
                  <a:pt x="10359" y="3908"/>
                </a:cubicBezTo>
                <a:cubicBezTo>
                  <a:pt x="6704" y="6778"/>
                  <a:pt x="3942" y="10623"/>
                  <a:pt x="2406" y="15005"/>
                </a:cubicBezTo>
                <a:cubicBezTo>
                  <a:pt x="1" y="21887"/>
                  <a:pt x="465" y="29495"/>
                  <a:pt x="2322" y="36531"/>
                </a:cubicBezTo>
                <a:cubicBezTo>
                  <a:pt x="4632" y="45258"/>
                  <a:pt x="9169" y="53486"/>
                  <a:pt x="15872" y="59546"/>
                </a:cubicBezTo>
                <a:cubicBezTo>
                  <a:pt x="23444" y="66392"/>
                  <a:pt x="33433" y="70119"/>
                  <a:pt x="43494" y="71845"/>
                </a:cubicBezTo>
                <a:cubicBezTo>
                  <a:pt x="47363" y="72508"/>
                  <a:pt x="51330" y="72873"/>
                  <a:pt x="55287" y="72873"/>
                </a:cubicBezTo>
                <a:cubicBezTo>
                  <a:pt x="64894" y="72873"/>
                  <a:pt x="74447" y="70724"/>
                  <a:pt x="82416" y="65487"/>
                </a:cubicBezTo>
                <a:cubicBezTo>
                  <a:pt x="89512" y="60832"/>
                  <a:pt x="95001" y="53926"/>
                  <a:pt x="98477" y="46187"/>
                </a:cubicBezTo>
                <a:cubicBezTo>
                  <a:pt x="103121" y="35876"/>
                  <a:pt x="108705" y="15064"/>
                  <a:pt x="94846" y="9135"/>
                </a:cubicBezTo>
                <a:cubicBezTo>
                  <a:pt x="93101" y="8418"/>
                  <a:pt x="91265" y="8067"/>
                  <a:pt x="89441" y="8067"/>
                </a:cubicBezTo>
                <a:cubicBezTo>
                  <a:pt x="86087" y="8067"/>
                  <a:pt x="82776" y="9253"/>
                  <a:pt x="80154" y="11528"/>
                </a:cubicBezTo>
                <a:cubicBezTo>
                  <a:pt x="75213" y="15922"/>
                  <a:pt x="74046" y="23101"/>
                  <a:pt x="70521" y="28685"/>
                </a:cubicBezTo>
                <a:cubicBezTo>
                  <a:pt x="68509" y="31876"/>
                  <a:pt x="65592" y="34614"/>
                  <a:pt x="62020" y="35829"/>
                </a:cubicBezTo>
                <a:cubicBezTo>
                  <a:pt x="60773" y="36255"/>
                  <a:pt x="59446" y="36475"/>
                  <a:pt x="58124" y="36475"/>
                </a:cubicBezTo>
                <a:cubicBezTo>
                  <a:pt x="55647" y="36475"/>
                  <a:pt x="53192" y="35705"/>
                  <a:pt x="51329" y="34090"/>
                </a:cubicBezTo>
                <a:cubicBezTo>
                  <a:pt x="47280" y="30578"/>
                  <a:pt x="46899" y="24613"/>
                  <a:pt x="45244" y="19839"/>
                </a:cubicBezTo>
                <a:cubicBezTo>
                  <a:pt x="43363" y="14433"/>
                  <a:pt x="40161" y="9040"/>
                  <a:pt x="35839" y="5408"/>
                </a:cubicBezTo>
                <a:cubicBezTo>
                  <a:pt x="31934" y="2124"/>
                  <a:pt x="26720" y="1"/>
                  <a:pt x="2153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grpSp>
        <p:nvGrpSpPr>
          <p:cNvPr id="326" name="Google Shape;326;p30"/>
          <p:cNvGrpSpPr/>
          <p:nvPr/>
        </p:nvGrpSpPr>
        <p:grpSpPr>
          <a:xfrm>
            <a:off x="-873700" y="-89375"/>
            <a:ext cx="11493767" cy="6494042"/>
            <a:chOff x="-873700" y="-89375"/>
            <a:chExt cx="11493767" cy="6494042"/>
          </a:xfrm>
        </p:grpSpPr>
        <p:sp>
          <p:nvSpPr>
            <p:cNvPr id="327" name="Google Shape;327;p30"/>
            <p:cNvSpPr/>
            <p:nvPr/>
          </p:nvSpPr>
          <p:spPr>
            <a:xfrm rot="2700000">
              <a:off x="8136424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30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329" name="Google Shape;329;p30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330" name="Google Shape;330;p30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331" name="Google Shape;331;p30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32" name="Google Shape;332;p30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33" name="Google Shape;333;p30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34" name="Google Shape;334;p30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335" name="Google Shape;335;p30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6" name="Google Shape;336;p30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37" name="Google Shape;337;p30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338" name="Google Shape;338;p30"/>
            <p:cNvSpPr/>
            <p:nvPr/>
          </p:nvSpPr>
          <p:spPr>
            <a:xfrm>
              <a:off x="-873700" y="4472197"/>
              <a:ext cx="1632477" cy="10945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1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31"/>
          <p:cNvGrpSpPr/>
          <p:nvPr/>
        </p:nvGrpSpPr>
        <p:grpSpPr>
          <a:xfrm>
            <a:off x="-35825" y="-1051988"/>
            <a:ext cx="10582104" cy="6329294"/>
            <a:chOff x="-35825" y="-1051988"/>
            <a:chExt cx="10582104" cy="6329294"/>
          </a:xfrm>
        </p:grpSpPr>
        <p:grpSp>
          <p:nvGrpSpPr>
            <p:cNvPr id="341" name="Google Shape;341;p31"/>
            <p:cNvGrpSpPr/>
            <p:nvPr/>
          </p:nvGrpSpPr>
          <p:grpSpPr>
            <a:xfrm>
              <a:off x="-35825" y="2983175"/>
              <a:ext cx="1985371" cy="2292399"/>
              <a:chOff x="-35825" y="2983175"/>
              <a:chExt cx="1985371" cy="2292399"/>
            </a:xfrm>
          </p:grpSpPr>
          <p:sp>
            <p:nvSpPr>
              <p:cNvPr id="342" name="Google Shape;342;p31"/>
              <p:cNvSpPr/>
              <p:nvPr/>
            </p:nvSpPr>
            <p:spPr>
              <a:xfrm>
                <a:off x="85496" y="4604824"/>
                <a:ext cx="1864050" cy="670750"/>
              </a:xfrm>
              <a:custGeom>
                <a:rect b="b" l="l" r="r" t="t"/>
                <a:pathLst>
                  <a:path extrusionOk="0" h="26830" w="74562">
                    <a:moveTo>
                      <a:pt x="60" y="25602"/>
                    </a:moveTo>
                    <a:cubicBezTo>
                      <a:pt x="60" y="24033"/>
                      <a:pt x="26" y="18848"/>
                      <a:pt x="60" y="16187"/>
                    </a:cubicBezTo>
                    <a:cubicBezTo>
                      <a:pt x="94" y="13526"/>
                      <a:pt x="-179" y="11377"/>
                      <a:pt x="264" y="9637"/>
                    </a:cubicBezTo>
                    <a:cubicBezTo>
                      <a:pt x="707" y="7897"/>
                      <a:pt x="1390" y="6840"/>
                      <a:pt x="2720" y="5748"/>
                    </a:cubicBezTo>
                    <a:cubicBezTo>
                      <a:pt x="4051" y="4657"/>
                      <a:pt x="5859" y="3566"/>
                      <a:pt x="8247" y="3088"/>
                    </a:cubicBezTo>
                    <a:cubicBezTo>
                      <a:pt x="10635" y="2611"/>
                      <a:pt x="14251" y="3395"/>
                      <a:pt x="17048" y="2883"/>
                    </a:cubicBezTo>
                    <a:cubicBezTo>
                      <a:pt x="19845" y="2371"/>
                      <a:pt x="21994" y="-51"/>
                      <a:pt x="25030" y="17"/>
                    </a:cubicBezTo>
                    <a:cubicBezTo>
                      <a:pt x="28066" y="85"/>
                      <a:pt x="32535" y="1893"/>
                      <a:pt x="35264" y="3292"/>
                    </a:cubicBezTo>
                    <a:cubicBezTo>
                      <a:pt x="37993" y="4691"/>
                      <a:pt x="38471" y="6874"/>
                      <a:pt x="41405" y="8409"/>
                    </a:cubicBezTo>
                    <a:cubicBezTo>
                      <a:pt x="44339" y="9944"/>
                      <a:pt x="49968" y="11241"/>
                      <a:pt x="52867" y="12503"/>
                    </a:cubicBezTo>
                    <a:cubicBezTo>
                      <a:pt x="55767" y="13765"/>
                      <a:pt x="56551" y="14140"/>
                      <a:pt x="58802" y="15982"/>
                    </a:cubicBezTo>
                    <a:cubicBezTo>
                      <a:pt x="61053" y="17824"/>
                      <a:pt x="63748" y="21747"/>
                      <a:pt x="66375" y="23555"/>
                    </a:cubicBezTo>
                    <a:cubicBezTo>
                      <a:pt x="69002" y="25363"/>
                      <a:pt x="73198" y="26284"/>
                      <a:pt x="74562" y="2683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43" name="Google Shape;343;p31"/>
              <p:cNvSpPr/>
              <p:nvPr/>
            </p:nvSpPr>
            <p:spPr>
              <a:xfrm>
                <a:off x="-35825" y="2983175"/>
                <a:ext cx="733425" cy="2282175"/>
              </a:xfrm>
              <a:custGeom>
                <a:rect b="b" l="l" r="r" t="t"/>
                <a:pathLst>
                  <a:path extrusionOk="0" h="91287" w="29337">
                    <a:moveTo>
                      <a:pt x="0" y="0"/>
                    </a:moveTo>
                    <a:cubicBezTo>
                      <a:pt x="1126" y="1160"/>
                      <a:pt x="4299" y="3104"/>
                      <a:pt x="6755" y="6959"/>
                    </a:cubicBezTo>
                    <a:cubicBezTo>
                      <a:pt x="9211" y="10814"/>
                      <a:pt x="12929" y="18251"/>
                      <a:pt x="14737" y="23129"/>
                    </a:cubicBezTo>
                    <a:cubicBezTo>
                      <a:pt x="16545" y="28007"/>
                      <a:pt x="17364" y="32100"/>
                      <a:pt x="17603" y="36228"/>
                    </a:cubicBezTo>
                    <a:cubicBezTo>
                      <a:pt x="17842" y="40356"/>
                      <a:pt x="16477" y="44313"/>
                      <a:pt x="16170" y="47895"/>
                    </a:cubicBezTo>
                    <a:cubicBezTo>
                      <a:pt x="15863" y="51477"/>
                      <a:pt x="15146" y="54752"/>
                      <a:pt x="15760" y="57720"/>
                    </a:cubicBezTo>
                    <a:cubicBezTo>
                      <a:pt x="16374" y="60688"/>
                      <a:pt x="17910" y="62837"/>
                      <a:pt x="19854" y="65702"/>
                    </a:cubicBezTo>
                    <a:cubicBezTo>
                      <a:pt x="21799" y="68568"/>
                      <a:pt x="25926" y="72730"/>
                      <a:pt x="27427" y="74913"/>
                    </a:cubicBezTo>
                    <a:cubicBezTo>
                      <a:pt x="28928" y="77096"/>
                      <a:pt x="28553" y="76926"/>
                      <a:pt x="28860" y="78802"/>
                    </a:cubicBezTo>
                    <a:cubicBezTo>
                      <a:pt x="29167" y="80678"/>
                      <a:pt x="29201" y="84089"/>
                      <a:pt x="29269" y="86170"/>
                    </a:cubicBezTo>
                    <a:cubicBezTo>
                      <a:pt x="29337" y="88251"/>
                      <a:pt x="29269" y="90434"/>
                      <a:pt x="29269" y="91287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grpSp>
          <p:nvGrpSpPr>
            <p:cNvPr id="344" name="Google Shape;344;p31"/>
            <p:cNvGrpSpPr/>
            <p:nvPr/>
          </p:nvGrpSpPr>
          <p:grpSpPr>
            <a:xfrm>
              <a:off x="7681481" y="-1051988"/>
              <a:ext cx="2864798" cy="6329294"/>
              <a:chOff x="7681481" y="-1051988"/>
              <a:chExt cx="2864798" cy="6329294"/>
            </a:xfrm>
          </p:grpSpPr>
          <p:sp>
            <p:nvSpPr>
              <p:cNvPr id="345" name="Google Shape;345;p31"/>
              <p:cNvSpPr/>
              <p:nvPr/>
            </p:nvSpPr>
            <p:spPr>
              <a:xfrm flipH="1" rot="2497583">
                <a:off x="8493258" y="-659075"/>
                <a:ext cx="1766335" cy="1534592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1"/>
              <p:cNvSpPr/>
              <p:nvPr/>
            </p:nvSpPr>
            <p:spPr>
              <a:xfrm>
                <a:off x="7681481" y="4063425"/>
                <a:ext cx="1547531" cy="1213880"/>
              </a:xfrm>
              <a:custGeom>
                <a:rect b="b" l="l" r="r" t="t"/>
                <a:pathLst>
                  <a:path extrusionOk="0" h="42061" w="53622">
                    <a:moveTo>
                      <a:pt x="53622" y="0"/>
                    </a:moveTo>
                    <a:cubicBezTo>
                      <a:pt x="52515" y="1517"/>
                      <a:pt x="49400" y="5453"/>
                      <a:pt x="46981" y="9101"/>
                    </a:cubicBezTo>
                    <a:cubicBezTo>
                      <a:pt x="44562" y="12750"/>
                      <a:pt x="41201" y="18734"/>
                      <a:pt x="39110" y="21891"/>
                    </a:cubicBezTo>
                    <a:cubicBezTo>
                      <a:pt x="37019" y="25048"/>
                      <a:pt x="36896" y="26237"/>
                      <a:pt x="34436" y="28041"/>
                    </a:cubicBezTo>
                    <a:cubicBezTo>
                      <a:pt x="31976" y="29845"/>
                      <a:pt x="28287" y="31320"/>
                      <a:pt x="24351" y="32714"/>
                    </a:cubicBezTo>
                    <a:cubicBezTo>
                      <a:pt x="20416" y="34108"/>
                      <a:pt x="14882" y="34846"/>
                      <a:pt x="10823" y="36404"/>
                    </a:cubicBezTo>
                    <a:cubicBezTo>
                      <a:pt x="6765" y="37962"/>
                      <a:pt x="1804" y="41118"/>
                      <a:pt x="0" y="42061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347" name="Google Shape;347;p31"/>
          <p:cNvSpPr txBox="1"/>
          <p:nvPr>
            <p:ph hasCustomPrompt="1" type="title"/>
          </p:nvPr>
        </p:nvSpPr>
        <p:spPr>
          <a:xfrm>
            <a:off x="1255450" y="885300"/>
            <a:ext cx="3583200" cy="6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48" name="Google Shape;348;p31"/>
          <p:cNvSpPr txBox="1"/>
          <p:nvPr>
            <p:ph idx="1" type="subTitle"/>
          </p:nvPr>
        </p:nvSpPr>
        <p:spPr>
          <a:xfrm>
            <a:off x="1100825" y="1434100"/>
            <a:ext cx="3892500" cy="4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31"/>
          <p:cNvSpPr txBox="1"/>
          <p:nvPr>
            <p:ph hasCustomPrompt="1" idx="2" type="title"/>
          </p:nvPr>
        </p:nvSpPr>
        <p:spPr>
          <a:xfrm>
            <a:off x="1255450" y="2158000"/>
            <a:ext cx="3583200" cy="6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50" name="Google Shape;350;p31"/>
          <p:cNvSpPr txBox="1"/>
          <p:nvPr>
            <p:ph idx="3" type="subTitle"/>
          </p:nvPr>
        </p:nvSpPr>
        <p:spPr>
          <a:xfrm>
            <a:off x="1100825" y="2706850"/>
            <a:ext cx="3892500" cy="4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1" name="Google Shape;351;p31"/>
          <p:cNvSpPr txBox="1"/>
          <p:nvPr>
            <p:ph hasCustomPrompt="1" idx="4" type="title"/>
          </p:nvPr>
        </p:nvSpPr>
        <p:spPr>
          <a:xfrm>
            <a:off x="1255450" y="3430700"/>
            <a:ext cx="3583200" cy="68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52" name="Google Shape;352;p31"/>
          <p:cNvSpPr txBox="1"/>
          <p:nvPr>
            <p:ph idx="5" type="subTitle"/>
          </p:nvPr>
        </p:nvSpPr>
        <p:spPr>
          <a:xfrm>
            <a:off x="1100825" y="3979550"/>
            <a:ext cx="3892500" cy="49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32"/>
          <p:cNvGrpSpPr/>
          <p:nvPr/>
        </p:nvGrpSpPr>
        <p:grpSpPr>
          <a:xfrm>
            <a:off x="-1408689" y="-1051988"/>
            <a:ext cx="11954968" cy="7456655"/>
            <a:chOff x="-1408689" y="-1051988"/>
            <a:chExt cx="11954968" cy="7456655"/>
          </a:xfrm>
        </p:grpSpPr>
        <p:grpSp>
          <p:nvGrpSpPr>
            <p:cNvPr id="355" name="Google Shape;355;p32"/>
            <p:cNvGrpSpPr/>
            <p:nvPr/>
          </p:nvGrpSpPr>
          <p:grpSpPr>
            <a:xfrm>
              <a:off x="-73800" y="-1051988"/>
              <a:ext cx="10620079" cy="6329294"/>
              <a:chOff x="-73800" y="-1051988"/>
              <a:chExt cx="10620079" cy="6329294"/>
            </a:xfrm>
          </p:grpSpPr>
          <p:sp>
            <p:nvSpPr>
              <p:cNvPr id="356" name="Google Shape;356;p32"/>
              <p:cNvSpPr/>
              <p:nvPr/>
            </p:nvSpPr>
            <p:spPr>
              <a:xfrm>
                <a:off x="-67650" y="657975"/>
                <a:ext cx="719475" cy="468875"/>
              </a:xfrm>
              <a:custGeom>
                <a:rect b="b" l="l" r="r" t="t"/>
                <a:pathLst>
                  <a:path extrusionOk="0" h="18755" w="28779">
                    <a:moveTo>
                      <a:pt x="28779" y="18694"/>
                    </a:moveTo>
                    <a:cubicBezTo>
                      <a:pt x="27098" y="18530"/>
                      <a:pt x="21523" y="19268"/>
                      <a:pt x="18694" y="17710"/>
                    </a:cubicBezTo>
                    <a:cubicBezTo>
                      <a:pt x="15865" y="16152"/>
                      <a:pt x="13652" y="11561"/>
                      <a:pt x="11807" y="9347"/>
                    </a:cubicBezTo>
                    <a:cubicBezTo>
                      <a:pt x="9962" y="7133"/>
                      <a:pt x="9593" y="5985"/>
                      <a:pt x="7625" y="4427"/>
                    </a:cubicBezTo>
                    <a:cubicBezTo>
                      <a:pt x="5657" y="2869"/>
                      <a:pt x="1271" y="738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7" name="Google Shape;357;p32"/>
              <p:cNvSpPr/>
              <p:nvPr/>
            </p:nvSpPr>
            <p:spPr>
              <a:xfrm>
                <a:off x="591385" y="-122975"/>
                <a:ext cx="233375" cy="780950"/>
              </a:xfrm>
              <a:custGeom>
                <a:rect b="b" l="l" r="r" t="t"/>
                <a:pathLst>
                  <a:path extrusionOk="0" h="31238" w="9335">
                    <a:moveTo>
                      <a:pt x="696" y="0"/>
                    </a:moveTo>
                    <a:cubicBezTo>
                      <a:pt x="2131" y="1681"/>
                      <a:pt x="9059" y="6764"/>
                      <a:pt x="9305" y="10084"/>
                    </a:cubicBezTo>
                    <a:cubicBezTo>
                      <a:pt x="9551" y="13405"/>
                      <a:pt x="3648" y="17258"/>
                      <a:pt x="2172" y="19923"/>
                    </a:cubicBezTo>
                    <a:cubicBezTo>
                      <a:pt x="696" y="22588"/>
                      <a:pt x="-739" y="24187"/>
                      <a:pt x="450" y="26073"/>
                    </a:cubicBezTo>
                    <a:cubicBezTo>
                      <a:pt x="1639" y="27959"/>
                      <a:pt x="7829" y="30377"/>
                      <a:pt x="9305" y="31238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8" name="Google Shape;358;p32"/>
              <p:cNvSpPr/>
              <p:nvPr/>
            </p:nvSpPr>
            <p:spPr>
              <a:xfrm>
                <a:off x="-49200" y="192420"/>
                <a:ext cx="842450" cy="1271100"/>
              </a:xfrm>
              <a:custGeom>
                <a:rect b="b" l="l" r="r" t="t"/>
                <a:pathLst>
                  <a:path extrusionOk="0" h="50844" w="33698">
                    <a:moveTo>
                      <a:pt x="0" y="50844"/>
                    </a:moveTo>
                    <a:cubicBezTo>
                      <a:pt x="738" y="48548"/>
                      <a:pt x="3567" y="41825"/>
                      <a:pt x="4428" y="37070"/>
                    </a:cubicBezTo>
                    <a:cubicBezTo>
                      <a:pt x="5289" y="32315"/>
                      <a:pt x="4756" y="26863"/>
                      <a:pt x="5166" y="22312"/>
                    </a:cubicBezTo>
                    <a:cubicBezTo>
                      <a:pt x="5576" y="17762"/>
                      <a:pt x="5534" y="13293"/>
                      <a:pt x="6887" y="9767"/>
                    </a:cubicBezTo>
                    <a:cubicBezTo>
                      <a:pt x="8240" y="6241"/>
                      <a:pt x="10700" y="2757"/>
                      <a:pt x="13283" y="1158"/>
                    </a:cubicBezTo>
                    <a:cubicBezTo>
                      <a:pt x="15866" y="-441"/>
                      <a:pt x="18982" y="133"/>
                      <a:pt x="22384" y="174"/>
                    </a:cubicBezTo>
                    <a:cubicBezTo>
                      <a:pt x="25787" y="215"/>
                      <a:pt x="31812" y="1199"/>
                      <a:pt x="33698" y="1404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59" name="Google Shape;359;p32"/>
              <p:cNvSpPr/>
              <p:nvPr/>
            </p:nvSpPr>
            <p:spPr>
              <a:xfrm>
                <a:off x="-73800" y="-249562"/>
                <a:ext cx="2084622" cy="3474345"/>
              </a:xfrm>
              <a:custGeom>
                <a:rect b="b" l="l" r="r" t="t"/>
                <a:pathLst>
                  <a:path extrusionOk="0" h="134054" w="80433">
                    <a:moveTo>
                      <a:pt x="0" y="134054"/>
                    </a:moveTo>
                    <a:cubicBezTo>
                      <a:pt x="1968" y="131553"/>
                      <a:pt x="9306" y="125609"/>
                      <a:pt x="11807" y="119050"/>
                    </a:cubicBezTo>
                    <a:cubicBezTo>
                      <a:pt x="14308" y="112491"/>
                      <a:pt x="13118" y="102570"/>
                      <a:pt x="15004" y="94699"/>
                    </a:cubicBezTo>
                    <a:cubicBezTo>
                      <a:pt x="16890" y="86828"/>
                      <a:pt x="20333" y="80925"/>
                      <a:pt x="23121" y="71824"/>
                    </a:cubicBezTo>
                    <a:cubicBezTo>
                      <a:pt x="25909" y="62723"/>
                      <a:pt x="28737" y="47636"/>
                      <a:pt x="31730" y="40093"/>
                    </a:cubicBezTo>
                    <a:cubicBezTo>
                      <a:pt x="34723" y="32550"/>
                      <a:pt x="34354" y="32304"/>
                      <a:pt x="41077" y="26565"/>
                    </a:cubicBezTo>
                    <a:cubicBezTo>
                      <a:pt x="47800" y="20826"/>
                      <a:pt x="65511" y="10085"/>
                      <a:pt x="72070" y="5657"/>
                    </a:cubicBezTo>
                    <a:cubicBezTo>
                      <a:pt x="78629" y="1230"/>
                      <a:pt x="79039" y="943"/>
                      <a:pt x="80433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60" name="Google Shape;360;p32"/>
              <p:cNvSpPr/>
              <p:nvPr/>
            </p:nvSpPr>
            <p:spPr>
              <a:xfrm flipH="1" rot="2497583">
                <a:off x="8493258" y="-659075"/>
                <a:ext cx="1766335" cy="1534592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32"/>
              <p:cNvSpPr/>
              <p:nvPr/>
            </p:nvSpPr>
            <p:spPr>
              <a:xfrm>
                <a:off x="7681481" y="4063425"/>
                <a:ext cx="1547531" cy="1213880"/>
              </a:xfrm>
              <a:custGeom>
                <a:rect b="b" l="l" r="r" t="t"/>
                <a:pathLst>
                  <a:path extrusionOk="0" h="42061" w="53622">
                    <a:moveTo>
                      <a:pt x="53622" y="0"/>
                    </a:moveTo>
                    <a:cubicBezTo>
                      <a:pt x="52515" y="1517"/>
                      <a:pt x="49400" y="5453"/>
                      <a:pt x="46981" y="9101"/>
                    </a:cubicBezTo>
                    <a:cubicBezTo>
                      <a:pt x="44562" y="12750"/>
                      <a:pt x="41201" y="18734"/>
                      <a:pt x="39110" y="21891"/>
                    </a:cubicBezTo>
                    <a:cubicBezTo>
                      <a:pt x="37019" y="25048"/>
                      <a:pt x="36896" y="26237"/>
                      <a:pt x="34436" y="28041"/>
                    </a:cubicBezTo>
                    <a:cubicBezTo>
                      <a:pt x="31976" y="29845"/>
                      <a:pt x="28287" y="31320"/>
                      <a:pt x="24351" y="32714"/>
                    </a:cubicBezTo>
                    <a:cubicBezTo>
                      <a:pt x="20416" y="34108"/>
                      <a:pt x="14882" y="34846"/>
                      <a:pt x="10823" y="36404"/>
                    </a:cubicBezTo>
                    <a:cubicBezTo>
                      <a:pt x="6765" y="37962"/>
                      <a:pt x="1804" y="41118"/>
                      <a:pt x="0" y="42061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362" name="Google Shape;362;p32"/>
            <p:cNvSpPr/>
            <p:nvPr/>
          </p:nvSpPr>
          <p:spPr>
            <a:xfrm rot="2700000">
              <a:off x="-1158376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32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2"/>
          <p:cNvSpPr txBox="1"/>
          <p:nvPr>
            <p:ph idx="2" type="title"/>
          </p:nvPr>
        </p:nvSpPr>
        <p:spPr>
          <a:xfrm>
            <a:off x="1399475" y="1639788"/>
            <a:ext cx="2618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2"/>
          <p:cNvSpPr txBox="1"/>
          <p:nvPr>
            <p:ph idx="3" type="title"/>
          </p:nvPr>
        </p:nvSpPr>
        <p:spPr>
          <a:xfrm>
            <a:off x="1399475" y="2041098"/>
            <a:ext cx="2618400" cy="19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0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33"/>
          <p:cNvGrpSpPr/>
          <p:nvPr/>
        </p:nvGrpSpPr>
        <p:grpSpPr>
          <a:xfrm>
            <a:off x="-1060203" y="-1091388"/>
            <a:ext cx="11257431" cy="7368220"/>
            <a:chOff x="-1060203" y="-1091388"/>
            <a:chExt cx="11257431" cy="7368220"/>
          </a:xfrm>
        </p:grpSpPr>
        <p:sp>
          <p:nvSpPr>
            <p:cNvPr id="368" name="Google Shape;368;p33"/>
            <p:cNvSpPr/>
            <p:nvPr/>
          </p:nvSpPr>
          <p:spPr>
            <a:xfrm flipH="1" rot="2497583">
              <a:off x="8144208" y="434932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33"/>
            <p:cNvSpPr/>
            <p:nvPr/>
          </p:nvSpPr>
          <p:spPr>
            <a:xfrm flipH="1" rot="2497583">
              <a:off x="-773517" y="-69847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0" name="Google Shape;370;p33"/>
            <p:cNvGrpSpPr/>
            <p:nvPr/>
          </p:nvGrpSpPr>
          <p:grpSpPr>
            <a:xfrm>
              <a:off x="-73800" y="-66525"/>
              <a:ext cx="2084622" cy="3508732"/>
              <a:chOff x="-73800" y="-283950"/>
              <a:chExt cx="2084622" cy="3508732"/>
            </a:xfrm>
          </p:grpSpPr>
          <p:sp>
            <p:nvSpPr>
              <p:cNvPr id="371" name="Google Shape;371;p33"/>
              <p:cNvSpPr/>
              <p:nvPr/>
            </p:nvSpPr>
            <p:spPr>
              <a:xfrm>
                <a:off x="-67650" y="657975"/>
                <a:ext cx="719475" cy="468875"/>
              </a:xfrm>
              <a:custGeom>
                <a:rect b="b" l="l" r="r" t="t"/>
                <a:pathLst>
                  <a:path extrusionOk="0" h="18755" w="28779">
                    <a:moveTo>
                      <a:pt x="28779" y="18694"/>
                    </a:moveTo>
                    <a:cubicBezTo>
                      <a:pt x="27098" y="18530"/>
                      <a:pt x="21523" y="19268"/>
                      <a:pt x="18694" y="17710"/>
                    </a:cubicBezTo>
                    <a:cubicBezTo>
                      <a:pt x="15865" y="16152"/>
                      <a:pt x="13652" y="11561"/>
                      <a:pt x="11807" y="9347"/>
                    </a:cubicBezTo>
                    <a:cubicBezTo>
                      <a:pt x="9962" y="7133"/>
                      <a:pt x="9593" y="5985"/>
                      <a:pt x="7625" y="4427"/>
                    </a:cubicBezTo>
                    <a:cubicBezTo>
                      <a:pt x="5657" y="2869"/>
                      <a:pt x="1271" y="738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72" name="Google Shape;372;p33"/>
              <p:cNvSpPr/>
              <p:nvPr/>
            </p:nvSpPr>
            <p:spPr>
              <a:xfrm>
                <a:off x="573100" y="-283950"/>
                <a:ext cx="251575" cy="941925"/>
              </a:xfrm>
              <a:custGeom>
                <a:rect b="b" l="l" r="r" t="t"/>
                <a:pathLst>
                  <a:path extrusionOk="0" h="37677" w="10063">
                    <a:moveTo>
                      <a:pt x="0" y="0"/>
                    </a:moveTo>
                    <a:cubicBezTo>
                      <a:pt x="1673" y="2754"/>
                      <a:pt x="9552" y="12129"/>
                      <a:pt x="10036" y="16523"/>
                    </a:cubicBezTo>
                    <a:cubicBezTo>
                      <a:pt x="10520" y="20917"/>
                      <a:pt x="4379" y="23697"/>
                      <a:pt x="2903" y="26362"/>
                    </a:cubicBezTo>
                    <a:cubicBezTo>
                      <a:pt x="1427" y="29027"/>
                      <a:pt x="-8" y="30626"/>
                      <a:pt x="1181" y="32512"/>
                    </a:cubicBezTo>
                    <a:cubicBezTo>
                      <a:pt x="2370" y="34398"/>
                      <a:pt x="8560" y="36816"/>
                      <a:pt x="10036" y="37677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73" name="Google Shape;373;p33"/>
              <p:cNvSpPr/>
              <p:nvPr/>
            </p:nvSpPr>
            <p:spPr>
              <a:xfrm>
                <a:off x="-49200" y="192420"/>
                <a:ext cx="842450" cy="1271100"/>
              </a:xfrm>
              <a:custGeom>
                <a:rect b="b" l="l" r="r" t="t"/>
                <a:pathLst>
                  <a:path extrusionOk="0" h="50844" w="33698">
                    <a:moveTo>
                      <a:pt x="0" y="50844"/>
                    </a:moveTo>
                    <a:cubicBezTo>
                      <a:pt x="738" y="48548"/>
                      <a:pt x="3567" y="41825"/>
                      <a:pt x="4428" y="37070"/>
                    </a:cubicBezTo>
                    <a:cubicBezTo>
                      <a:pt x="5289" y="32315"/>
                      <a:pt x="4756" y="26863"/>
                      <a:pt x="5166" y="22312"/>
                    </a:cubicBezTo>
                    <a:cubicBezTo>
                      <a:pt x="5576" y="17762"/>
                      <a:pt x="5534" y="13293"/>
                      <a:pt x="6887" y="9767"/>
                    </a:cubicBezTo>
                    <a:cubicBezTo>
                      <a:pt x="8240" y="6241"/>
                      <a:pt x="10700" y="2757"/>
                      <a:pt x="13283" y="1158"/>
                    </a:cubicBezTo>
                    <a:cubicBezTo>
                      <a:pt x="15866" y="-441"/>
                      <a:pt x="18982" y="133"/>
                      <a:pt x="22384" y="174"/>
                    </a:cubicBezTo>
                    <a:cubicBezTo>
                      <a:pt x="25787" y="215"/>
                      <a:pt x="31812" y="1199"/>
                      <a:pt x="33698" y="1404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74" name="Google Shape;374;p33"/>
              <p:cNvSpPr/>
              <p:nvPr/>
            </p:nvSpPr>
            <p:spPr>
              <a:xfrm>
                <a:off x="-73800" y="-249562"/>
                <a:ext cx="2084622" cy="3474345"/>
              </a:xfrm>
              <a:custGeom>
                <a:rect b="b" l="l" r="r" t="t"/>
                <a:pathLst>
                  <a:path extrusionOk="0" h="134054" w="80433">
                    <a:moveTo>
                      <a:pt x="0" y="134054"/>
                    </a:moveTo>
                    <a:cubicBezTo>
                      <a:pt x="1968" y="131553"/>
                      <a:pt x="9306" y="125609"/>
                      <a:pt x="11807" y="119050"/>
                    </a:cubicBezTo>
                    <a:cubicBezTo>
                      <a:pt x="14308" y="112491"/>
                      <a:pt x="13118" y="102570"/>
                      <a:pt x="15004" y="94699"/>
                    </a:cubicBezTo>
                    <a:cubicBezTo>
                      <a:pt x="16890" y="86828"/>
                      <a:pt x="20333" y="80925"/>
                      <a:pt x="23121" y="71824"/>
                    </a:cubicBezTo>
                    <a:cubicBezTo>
                      <a:pt x="25909" y="62723"/>
                      <a:pt x="28737" y="47636"/>
                      <a:pt x="31730" y="40093"/>
                    </a:cubicBezTo>
                    <a:cubicBezTo>
                      <a:pt x="34723" y="32550"/>
                      <a:pt x="34354" y="32304"/>
                      <a:pt x="41077" y="26565"/>
                    </a:cubicBezTo>
                    <a:cubicBezTo>
                      <a:pt x="47800" y="20826"/>
                      <a:pt x="65511" y="10085"/>
                      <a:pt x="72070" y="5657"/>
                    </a:cubicBezTo>
                    <a:cubicBezTo>
                      <a:pt x="78629" y="1230"/>
                      <a:pt x="79039" y="943"/>
                      <a:pt x="80433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375" name="Google Shape;375;p33"/>
            <p:cNvSpPr/>
            <p:nvPr/>
          </p:nvSpPr>
          <p:spPr>
            <a:xfrm>
              <a:off x="5434200" y="4079425"/>
              <a:ext cx="3965162" cy="1162605"/>
            </a:xfrm>
            <a:custGeom>
              <a:rect b="b" l="l" r="r" t="t"/>
              <a:pathLst>
                <a:path extrusionOk="0" h="42369" w="144503">
                  <a:moveTo>
                    <a:pt x="0" y="42369"/>
                  </a:moveTo>
                  <a:cubicBezTo>
                    <a:pt x="1296" y="41346"/>
                    <a:pt x="5185" y="37593"/>
                    <a:pt x="7778" y="36228"/>
                  </a:cubicBezTo>
                  <a:cubicBezTo>
                    <a:pt x="10371" y="34863"/>
                    <a:pt x="12315" y="34659"/>
                    <a:pt x="15556" y="34181"/>
                  </a:cubicBezTo>
                  <a:cubicBezTo>
                    <a:pt x="18797" y="33704"/>
                    <a:pt x="24152" y="34114"/>
                    <a:pt x="27222" y="33363"/>
                  </a:cubicBezTo>
                  <a:cubicBezTo>
                    <a:pt x="30292" y="32613"/>
                    <a:pt x="32033" y="30667"/>
                    <a:pt x="33977" y="29678"/>
                  </a:cubicBezTo>
                  <a:cubicBezTo>
                    <a:pt x="35922" y="28689"/>
                    <a:pt x="36365" y="27870"/>
                    <a:pt x="38889" y="27427"/>
                  </a:cubicBezTo>
                  <a:cubicBezTo>
                    <a:pt x="41413" y="26984"/>
                    <a:pt x="46053" y="27018"/>
                    <a:pt x="49123" y="27018"/>
                  </a:cubicBezTo>
                  <a:cubicBezTo>
                    <a:pt x="52193" y="27018"/>
                    <a:pt x="54342" y="27768"/>
                    <a:pt x="57310" y="27427"/>
                  </a:cubicBezTo>
                  <a:cubicBezTo>
                    <a:pt x="60278" y="27086"/>
                    <a:pt x="64337" y="26506"/>
                    <a:pt x="66930" y="24971"/>
                  </a:cubicBezTo>
                  <a:cubicBezTo>
                    <a:pt x="69523" y="23436"/>
                    <a:pt x="71092" y="20195"/>
                    <a:pt x="72866" y="18216"/>
                  </a:cubicBezTo>
                  <a:cubicBezTo>
                    <a:pt x="74640" y="16238"/>
                    <a:pt x="75288" y="14158"/>
                    <a:pt x="77573" y="13100"/>
                  </a:cubicBezTo>
                  <a:cubicBezTo>
                    <a:pt x="79859" y="12043"/>
                    <a:pt x="83679" y="12110"/>
                    <a:pt x="86579" y="11871"/>
                  </a:cubicBezTo>
                  <a:cubicBezTo>
                    <a:pt x="89479" y="11632"/>
                    <a:pt x="90536" y="12179"/>
                    <a:pt x="94971" y="11667"/>
                  </a:cubicBezTo>
                  <a:cubicBezTo>
                    <a:pt x="99406" y="11155"/>
                    <a:pt x="109094" y="9995"/>
                    <a:pt x="113187" y="8801"/>
                  </a:cubicBezTo>
                  <a:cubicBezTo>
                    <a:pt x="117281" y="7607"/>
                    <a:pt x="116496" y="5561"/>
                    <a:pt x="119532" y="4503"/>
                  </a:cubicBezTo>
                  <a:cubicBezTo>
                    <a:pt x="122568" y="3446"/>
                    <a:pt x="128503" y="2797"/>
                    <a:pt x="131403" y="2456"/>
                  </a:cubicBezTo>
                  <a:cubicBezTo>
                    <a:pt x="134303" y="2115"/>
                    <a:pt x="134747" y="2865"/>
                    <a:pt x="136930" y="2456"/>
                  </a:cubicBezTo>
                  <a:cubicBezTo>
                    <a:pt x="139113" y="2047"/>
                    <a:pt x="143241" y="409"/>
                    <a:pt x="144503" y="0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76" name="Google Shape;376;p33"/>
            <p:cNvSpPr/>
            <p:nvPr/>
          </p:nvSpPr>
          <p:spPr>
            <a:xfrm>
              <a:off x="7179650" y="4799700"/>
              <a:ext cx="758219" cy="442316"/>
            </a:xfrm>
            <a:custGeom>
              <a:rect b="b" l="l" r="r" t="t"/>
              <a:pathLst>
                <a:path extrusionOk="0" h="8597" w="14737">
                  <a:moveTo>
                    <a:pt x="0" y="0"/>
                  </a:moveTo>
                  <a:cubicBezTo>
                    <a:pt x="1910" y="478"/>
                    <a:pt x="9006" y="1433"/>
                    <a:pt x="11462" y="2866"/>
                  </a:cubicBezTo>
                  <a:cubicBezTo>
                    <a:pt x="13918" y="4299"/>
                    <a:pt x="14191" y="7642"/>
                    <a:pt x="14737" y="8597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77" name="Google Shape;377;p33"/>
            <p:cNvSpPr/>
            <p:nvPr/>
          </p:nvSpPr>
          <p:spPr>
            <a:xfrm>
              <a:off x="7972225" y="4165200"/>
              <a:ext cx="908250" cy="1095025"/>
            </a:xfrm>
            <a:custGeom>
              <a:rect b="b" l="l" r="r" t="t"/>
              <a:pathLst>
                <a:path extrusionOk="0" h="43801" w="36330">
                  <a:moveTo>
                    <a:pt x="36023" y="0"/>
                  </a:moveTo>
                  <a:cubicBezTo>
                    <a:pt x="36023" y="1296"/>
                    <a:pt x="36637" y="5527"/>
                    <a:pt x="36023" y="7778"/>
                  </a:cubicBezTo>
                  <a:cubicBezTo>
                    <a:pt x="35409" y="10030"/>
                    <a:pt x="33499" y="11872"/>
                    <a:pt x="32339" y="13509"/>
                  </a:cubicBezTo>
                  <a:cubicBezTo>
                    <a:pt x="31179" y="15146"/>
                    <a:pt x="29610" y="15351"/>
                    <a:pt x="29064" y="17602"/>
                  </a:cubicBezTo>
                  <a:cubicBezTo>
                    <a:pt x="28518" y="19854"/>
                    <a:pt x="29064" y="24289"/>
                    <a:pt x="29064" y="27018"/>
                  </a:cubicBezTo>
                  <a:cubicBezTo>
                    <a:pt x="29064" y="29747"/>
                    <a:pt x="30087" y="32408"/>
                    <a:pt x="29064" y="33977"/>
                  </a:cubicBezTo>
                  <a:cubicBezTo>
                    <a:pt x="28041" y="35546"/>
                    <a:pt x="25312" y="35751"/>
                    <a:pt x="22924" y="36433"/>
                  </a:cubicBezTo>
                  <a:cubicBezTo>
                    <a:pt x="20536" y="37115"/>
                    <a:pt x="17876" y="37388"/>
                    <a:pt x="14737" y="38070"/>
                  </a:cubicBezTo>
                  <a:cubicBezTo>
                    <a:pt x="11599" y="38752"/>
                    <a:pt x="6549" y="39571"/>
                    <a:pt x="4093" y="40526"/>
                  </a:cubicBezTo>
                  <a:cubicBezTo>
                    <a:pt x="1637" y="41481"/>
                    <a:pt x="682" y="43255"/>
                    <a:pt x="0" y="438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378" name="Google Shape;378;p33"/>
            <p:cNvSpPr/>
            <p:nvPr/>
          </p:nvSpPr>
          <p:spPr>
            <a:xfrm>
              <a:off x="8135950" y="4390350"/>
              <a:ext cx="1064325" cy="890350"/>
            </a:xfrm>
            <a:custGeom>
              <a:rect b="b" l="l" r="r" t="t"/>
              <a:pathLst>
                <a:path extrusionOk="0" h="35614" w="42573">
                  <a:moveTo>
                    <a:pt x="0" y="0"/>
                  </a:moveTo>
                  <a:cubicBezTo>
                    <a:pt x="546" y="2183"/>
                    <a:pt x="1501" y="10370"/>
                    <a:pt x="3275" y="13099"/>
                  </a:cubicBezTo>
                  <a:cubicBezTo>
                    <a:pt x="5049" y="15828"/>
                    <a:pt x="7915" y="15555"/>
                    <a:pt x="10644" y="16374"/>
                  </a:cubicBezTo>
                  <a:cubicBezTo>
                    <a:pt x="13373" y="17193"/>
                    <a:pt x="16852" y="17125"/>
                    <a:pt x="19649" y="18012"/>
                  </a:cubicBezTo>
                  <a:cubicBezTo>
                    <a:pt x="22446" y="18899"/>
                    <a:pt x="25176" y="20400"/>
                    <a:pt x="27427" y="21696"/>
                  </a:cubicBezTo>
                  <a:cubicBezTo>
                    <a:pt x="29679" y="22992"/>
                    <a:pt x="31248" y="23947"/>
                    <a:pt x="33158" y="25789"/>
                  </a:cubicBezTo>
                  <a:cubicBezTo>
                    <a:pt x="35068" y="27631"/>
                    <a:pt x="37320" y="31111"/>
                    <a:pt x="38889" y="32748"/>
                  </a:cubicBezTo>
                  <a:cubicBezTo>
                    <a:pt x="40458" y="34386"/>
                    <a:pt x="41959" y="35136"/>
                    <a:pt x="42573" y="35614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379" name="Google Shape;379;p33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0" name="Google Shape;380;p33"/>
          <p:cNvSpPr txBox="1"/>
          <p:nvPr>
            <p:ph idx="2" type="title"/>
          </p:nvPr>
        </p:nvSpPr>
        <p:spPr>
          <a:xfrm>
            <a:off x="1399475" y="1487388"/>
            <a:ext cx="2618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33"/>
          <p:cNvSpPr txBox="1"/>
          <p:nvPr>
            <p:ph idx="3" type="title"/>
          </p:nvPr>
        </p:nvSpPr>
        <p:spPr>
          <a:xfrm>
            <a:off x="1399476" y="1888701"/>
            <a:ext cx="26184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382" name="Google Shape;382;p33"/>
          <p:cNvSpPr txBox="1"/>
          <p:nvPr>
            <p:ph idx="4" type="title"/>
          </p:nvPr>
        </p:nvSpPr>
        <p:spPr>
          <a:xfrm>
            <a:off x="1399475" y="2910588"/>
            <a:ext cx="2618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3" name="Google Shape;383;p33"/>
          <p:cNvSpPr txBox="1"/>
          <p:nvPr>
            <p:ph idx="5" type="title"/>
          </p:nvPr>
        </p:nvSpPr>
        <p:spPr>
          <a:xfrm>
            <a:off x="1399476" y="3311901"/>
            <a:ext cx="26184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0_1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"/>
          <p:cNvSpPr txBox="1"/>
          <p:nvPr>
            <p:ph type="title"/>
          </p:nvPr>
        </p:nvSpPr>
        <p:spPr>
          <a:xfrm>
            <a:off x="4838938" y="2834502"/>
            <a:ext cx="22152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4838937" y="3289902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387" name="Google Shape;387;p34"/>
          <p:cNvSpPr txBox="1"/>
          <p:nvPr>
            <p:ph idx="3" type="title"/>
          </p:nvPr>
        </p:nvSpPr>
        <p:spPr>
          <a:xfrm>
            <a:off x="2089950" y="2834502"/>
            <a:ext cx="22152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4"/>
          <p:cNvSpPr txBox="1"/>
          <p:nvPr>
            <p:ph idx="4" type="title"/>
          </p:nvPr>
        </p:nvSpPr>
        <p:spPr>
          <a:xfrm>
            <a:off x="2089850" y="3289902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grpSp>
        <p:nvGrpSpPr>
          <p:cNvPr id="389" name="Google Shape;389;p34"/>
          <p:cNvGrpSpPr/>
          <p:nvPr/>
        </p:nvGrpSpPr>
        <p:grpSpPr>
          <a:xfrm>
            <a:off x="-873700" y="-89375"/>
            <a:ext cx="11493767" cy="6494042"/>
            <a:chOff x="-873700" y="-89375"/>
            <a:chExt cx="11493767" cy="6494042"/>
          </a:xfrm>
        </p:grpSpPr>
        <p:sp>
          <p:nvSpPr>
            <p:cNvPr id="390" name="Google Shape;390;p34"/>
            <p:cNvSpPr/>
            <p:nvPr/>
          </p:nvSpPr>
          <p:spPr>
            <a:xfrm rot="2700000">
              <a:off x="8136424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1" name="Google Shape;391;p34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392" name="Google Shape;392;p34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393" name="Google Shape;393;p34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394" name="Google Shape;394;p34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5" name="Google Shape;395;p34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6" name="Google Shape;396;p34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397" name="Google Shape;397;p34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398" name="Google Shape;398;p34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399" name="Google Shape;399;p34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00" name="Google Shape;400;p34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401" name="Google Shape;401;p34"/>
            <p:cNvSpPr/>
            <p:nvPr/>
          </p:nvSpPr>
          <p:spPr>
            <a:xfrm>
              <a:off x="-873700" y="4472197"/>
              <a:ext cx="1632477" cy="10945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34"/>
          <p:cNvGrpSpPr/>
          <p:nvPr/>
        </p:nvGrpSpPr>
        <p:grpSpPr>
          <a:xfrm>
            <a:off x="-1509775" y="-1051988"/>
            <a:ext cx="10720800" cy="8547429"/>
            <a:chOff x="-1509775" y="-1051988"/>
            <a:chExt cx="10720800" cy="8547429"/>
          </a:xfrm>
        </p:grpSpPr>
        <p:sp>
          <p:nvSpPr>
            <p:cNvPr id="403" name="Google Shape;403;p34"/>
            <p:cNvSpPr/>
            <p:nvPr/>
          </p:nvSpPr>
          <p:spPr>
            <a:xfrm rot="10800000">
              <a:off x="-1509775" y="4569225"/>
              <a:ext cx="4365049" cy="2926215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4"/>
            <p:cNvSpPr/>
            <p:nvPr/>
          </p:nvSpPr>
          <p:spPr>
            <a:xfrm>
              <a:off x="3223025" y="4848493"/>
              <a:ext cx="368875" cy="374250"/>
            </a:xfrm>
            <a:custGeom>
              <a:rect b="b" l="l" r="r" t="t"/>
              <a:pathLst>
                <a:path extrusionOk="0" h="14970" w="14755">
                  <a:moveTo>
                    <a:pt x="14746" y="0"/>
                  </a:moveTo>
                  <a:cubicBezTo>
                    <a:pt x="14709" y="410"/>
                    <a:pt x="14858" y="1453"/>
                    <a:pt x="14523" y="2458"/>
                  </a:cubicBezTo>
                  <a:cubicBezTo>
                    <a:pt x="14188" y="3464"/>
                    <a:pt x="13742" y="5102"/>
                    <a:pt x="12736" y="6033"/>
                  </a:cubicBezTo>
                  <a:cubicBezTo>
                    <a:pt x="11731" y="6964"/>
                    <a:pt x="9831" y="7337"/>
                    <a:pt x="8490" y="8044"/>
                  </a:cubicBezTo>
                  <a:cubicBezTo>
                    <a:pt x="7149" y="8752"/>
                    <a:pt x="5809" y="9422"/>
                    <a:pt x="4692" y="10278"/>
                  </a:cubicBezTo>
                  <a:cubicBezTo>
                    <a:pt x="3575" y="11135"/>
                    <a:pt x="2569" y="12401"/>
                    <a:pt x="1787" y="13183"/>
                  </a:cubicBezTo>
                  <a:cubicBezTo>
                    <a:pt x="1005" y="13965"/>
                    <a:pt x="298" y="14672"/>
                    <a:pt x="0" y="1497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5" name="Google Shape;405;p34"/>
            <p:cNvSpPr/>
            <p:nvPr/>
          </p:nvSpPr>
          <p:spPr>
            <a:xfrm>
              <a:off x="396586" y="4417229"/>
              <a:ext cx="955203" cy="737316"/>
            </a:xfrm>
            <a:custGeom>
              <a:rect b="b" l="l" r="r" t="t"/>
              <a:pathLst>
                <a:path extrusionOk="0" h="30386" w="37984">
                  <a:moveTo>
                    <a:pt x="0" y="0"/>
                  </a:moveTo>
                  <a:cubicBezTo>
                    <a:pt x="1341" y="1303"/>
                    <a:pt x="6219" y="5549"/>
                    <a:pt x="8044" y="7820"/>
                  </a:cubicBezTo>
                  <a:cubicBezTo>
                    <a:pt x="9869" y="10092"/>
                    <a:pt x="9460" y="12102"/>
                    <a:pt x="10949" y="13629"/>
                  </a:cubicBezTo>
                  <a:cubicBezTo>
                    <a:pt x="12439" y="15156"/>
                    <a:pt x="15082" y="16273"/>
                    <a:pt x="16981" y="16980"/>
                  </a:cubicBezTo>
                  <a:cubicBezTo>
                    <a:pt x="18880" y="17688"/>
                    <a:pt x="20184" y="17278"/>
                    <a:pt x="22344" y="17874"/>
                  </a:cubicBezTo>
                  <a:cubicBezTo>
                    <a:pt x="24504" y="18470"/>
                    <a:pt x="27966" y="19103"/>
                    <a:pt x="29940" y="20555"/>
                  </a:cubicBezTo>
                  <a:cubicBezTo>
                    <a:pt x="31914" y="22007"/>
                    <a:pt x="32845" y="24950"/>
                    <a:pt x="34186" y="26588"/>
                  </a:cubicBezTo>
                  <a:cubicBezTo>
                    <a:pt x="35527" y="28227"/>
                    <a:pt x="37351" y="29753"/>
                    <a:pt x="37984" y="30386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6" name="Google Shape;406;p34"/>
            <p:cNvSpPr/>
            <p:nvPr/>
          </p:nvSpPr>
          <p:spPr>
            <a:xfrm>
              <a:off x="245750" y="4358641"/>
              <a:ext cx="430125" cy="929975"/>
            </a:xfrm>
            <a:custGeom>
              <a:rect b="b" l="l" r="r" t="t"/>
              <a:pathLst>
                <a:path extrusionOk="0" h="37199" w="17205">
                  <a:moveTo>
                    <a:pt x="9385" y="379"/>
                  </a:moveTo>
                  <a:cubicBezTo>
                    <a:pt x="9385" y="342"/>
                    <a:pt x="9906" y="-283"/>
                    <a:pt x="9385" y="156"/>
                  </a:cubicBezTo>
                  <a:cubicBezTo>
                    <a:pt x="8864" y="595"/>
                    <a:pt x="7486" y="1942"/>
                    <a:pt x="6257" y="3014"/>
                  </a:cubicBezTo>
                  <a:cubicBezTo>
                    <a:pt x="5028" y="4086"/>
                    <a:pt x="3055" y="4690"/>
                    <a:pt x="2012" y="6589"/>
                  </a:cubicBezTo>
                  <a:cubicBezTo>
                    <a:pt x="969" y="8488"/>
                    <a:pt x="-36" y="11877"/>
                    <a:pt x="1" y="14409"/>
                  </a:cubicBezTo>
                  <a:cubicBezTo>
                    <a:pt x="38" y="16941"/>
                    <a:pt x="1267" y="19734"/>
                    <a:pt x="2235" y="21782"/>
                  </a:cubicBezTo>
                  <a:cubicBezTo>
                    <a:pt x="3203" y="23830"/>
                    <a:pt x="4097" y="24985"/>
                    <a:pt x="5810" y="26698"/>
                  </a:cubicBezTo>
                  <a:cubicBezTo>
                    <a:pt x="7523" y="28411"/>
                    <a:pt x="10614" y="30310"/>
                    <a:pt x="12513" y="32060"/>
                  </a:cubicBezTo>
                  <a:cubicBezTo>
                    <a:pt x="14412" y="33810"/>
                    <a:pt x="16423" y="36343"/>
                    <a:pt x="17205" y="37199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7" name="Google Shape;407;p34"/>
            <p:cNvSpPr/>
            <p:nvPr/>
          </p:nvSpPr>
          <p:spPr>
            <a:xfrm flipH="1" rot="2497583">
              <a:off x="-734542" y="-65907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4"/>
            <p:cNvSpPr/>
            <p:nvPr/>
          </p:nvSpPr>
          <p:spPr>
            <a:xfrm>
              <a:off x="-61450" y="4204956"/>
              <a:ext cx="1843725" cy="813300"/>
            </a:xfrm>
            <a:custGeom>
              <a:rect b="b" l="l" r="r" t="t"/>
              <a:pathLst>
                <a:path extrusionOk="0" h="32532" w="73749">
                  <a:moveTo>
                    <a:pt x="0" y="717"/>
                  </a:moveTo>
                  <a:cubicBezTo>
                    <a:pt x="1564" y="643"/>
                    <a:pt x="6144" y="-511"/>
                    <a:pt x="9384" y="271"/>
                  </a:cubicBezTo>
                  <a:cubicBezTo>
                    <a:pt x="12624" y="1053"/>
                    <a:pt x="16348" y="4256"/>
                    <a:pt x="19439" y="5410"/>
                  </a:cubicBezTo>
                  <a:cubicBezTo>
                    <a:pt x="22530" y="6564"/>
                    <a:pt x="25248" y="6117"/>
                    <a:pt x="27929" y="7197"/>
                  </a:cubicBezTo>
                  <a:cubicBezTo>
                    <a:pt x="30610" y="8277"/>
                    <a:pt x="32323" y="10958"/>
                    <a:pt x="35526" y="11889"/>
                  </a:cubicBezTo>
                  <a:cubicBezTo>
                    <a:pt x="38729" y="12820"/>
                    <a:pt x="43682" y="11517"/>
                    <a:pt x="47145" y="12783"/>
                  </a:cubicBezTo>
                  <a:cubicBezTo>
                    <a:pt x="50608" y="14049"/>
                    <a:pt x="53922" y="17810"/>
                    <a:pt x="56305" y="19486"/>
                  </a:cubicBezTo>
                  <a:cubicBezTo>
                    <a:pt x="58688" y="21162"/>
                    <a:pt x="59444" y="22206"/>
                    <a:pt x="61444" y="22837"/>
                  </a:cubicBezTo>
                  <a:cubicBezTo>
                    <a:pt x="63444" y="23469"/>
                    <a:pt x="66860" y="22611"/>
                    <a:pt x="68303" y="23275"/>
                  </a:cubicBezTo>
                  <a:cubicBezTo>
                    <a:pt x="69746" y="23939"/>
                    <a:pt x="69543" y="25777"/>
                    <a:pt x="70102" y="26819"/>
                  </a:cubicBezTo>
                  <a:cubicBezTo>
                    <a:pt x="70661" y="27861"/>
                    <a:pt x="71048" y="28577"/>
                    <a:pt x="71656" y="29529"/>
                  </a:cubicBezTo>
                  <a:cubicBezTo>
                    <a:pt x="72264" y="30481"/>
                    <a:pt x="73400" y="32032"/>
                    <a:pt x="73749" y="3253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09" name="Google Shape;409;p34"/>
            <p:cNvSpPr/>
            <p:nvPr/>
          </p:nvSpPr>
          <p:spPr>
            <a:xfrm>
              <a:off x="1768775" y="4748383"/>
              <a:ext cx="2610525" cy="485550"/>
            </a:xfrm>
            <a:custGeom>
              <a:rect b="b" l="l" r="r" t="t"/>
              <a:pathLst>
                <a:path extrusionOk="0" h="19422" w="104421">
                  <a:moveTo>
                    <a:pt x="0" y="10184"/>
                  </a:moveTo>
                  <a:cubicBezTo>
                    <a:pt x="1446" y="10563"/>
                    <a:pt x="5536" y="12481"/>
                    <a:pt x="8677" y="12457"/>
                  </a:cubicBezTo>
                  <a:cubicBezTo>
                    <a:pt x="11818" y="12433"/>
                    <a:pt x="15476" y="10292"/>
                    <a:pt x="18846" y="10038"/>
                  </a:cubicBezTo>
                  <a:cubicBezTo>
                    <a:pt x="22217" y="9784"/>
                    <a:pt x="26023" y="10613"/>
                    <a:pt x="28900" y="10931"/>
                  </a:cubicBezTo>
                  <a:cubicBezTo>
                    <a:pt x="31777" y="11250"/>
                    <a:pt x="33953" y="12167"/>
                    <a:pt x="36110" y="11949"/>
                  </a:cubicBezTo>
                  <a:cubicBezTo>
                    <a:pt x="38267" y="11731"/>
                    <a:pt x="39141" y="10740"/>
                    <a:pt x="41841" y="9621"/>
                  </a:cubicBezTo>
                  <a:cubicBezTo>
                    <a:pt x="44542" y="8502"/>
                    <a:pt x="49481" y="6389"/>
                    <a:pt x="52313" y="5234"/>
                  </a:cubicBezTo>
                  <a:cubicBezTo>
                    <a:pt x="55145" y="4079"/>
                    <a:pt x="56176" y="2925"/>
                    <a:pt x="58834" y="2691"/>
                  </a:cubicBezTo>
                  <a:cubicBezTo>
                    <a:pt x="61492" y="2458"/>
                    <a:pt x="65382" y="3767"/>
                    <a:pt x="68263" y="3833"/>
                  </a:cubicBezTo>
                  <a:cubicBezTo>
                    <a:pt x="71144" y="3899"/>
                    <a:pt x="73960" y="3726"/>
                    <a:pt x="76120" y="3088"/>
                  </a:cubicBezTo>
                  <a:cubicBezTo>
                    <a:pt x="78280" y="2450"/>
                    <a:pt x="78288" y="-124"/>
                    <a:pt x="81222" y="5"/>
                  </a:cubicBezTo>
                  <a:cubicBezTo>
                    <a:pt x="84156" y="134"/>
                    <a:pt x="89856" y="627"/>
                    <a:pt x="93722" y="3863"/>
                  </a:cubicBezTo>
                  <a:cubicBezTo>
                    <a:pt x="97589" y="7099"/>
                    <a:pt x="102638" y="16829"/>
                    <a:pt x="104421" y="1942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10" name="Google Shape;410;p34"/>
            <p:cNvSpPr/>
            <p:nvPr/>
          </p:nvSpPr>
          <p:spPr>
            <a:xfrm>
              <a:off x="1066900" y="5010493"/>
              <a:ext cx="709400" cy="262525"/>
            </a:xfrm>
            <a:custGeom>
              <a:rect b="b" l="l" r="r" t="t"/>
              <a:pathLst>
                <a:path extrusionOk="0" h="10501" w="28376">
                  <a:moveTo>
                    <a:pt x="28376" y="0"/>
                  </a:moveTo>
                  <a:cubicBezTo>
                    <a:pt x="27706" y="447"/>
                    <a:pt x="25993" y="2197"/>
                    <a:pt x="24354" y="2681"/>
                  </a:cubicBezTo>
                  <a:cubicBezTo>
                    <a:pt x="22716" y="3165"/>
                    <a:pt x="20817" y="2830"/>
                    <a:pt x="18545" y="2904"/>
                  </a:cubicBezTo>
                  <a:cubicBezTo>
                    <a:pt x="16274" y="2979"/>
                    <a:pt x="12401" y="2830"/>
                    <a:pt x="10725" y="3128"/>
                  </a:cubicBezTo>
                  <a:cubicBezTo>
                    <a:pt x="9049" y="3426"/>
                    <a:pt x="9682" y="4134"/>
                    <a:pt x="8490" y="4692"/>
                  </a:cubicBezTo>
                  <a:cubicBezTo>
                    <a:pt x="7298" y="5251"/>
                    <a:pt x="4990" y="5511"/>
                    <a:pt x="3575" y="6479"/>
                  </a:cubicBezTo>
                  <a:cubicBezTo>
                    <a:pt x="2160" y="7447"/>
                    <a:pt x="596" y="9831"/>
                    <a:pt x="0" y="105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11" name="Google Shape;411;p34"/>
            <p:cNvGrpSpPr/>
            <p:nvPr/>
          </p:nvGrpSpPr>
          <p:grpSpPr>
            <a:xfrm>
              <a:off x="6570175" y="-56275"/>
              <a:ext cx="2640850" cy="676300"/>
              <a:chOff x="6570175" y="-56275"/>
              <a:chExt cx="2640850" cy="676300"/>
            </a:xfrm>
          </p:grpSpPr>
          <p:sp>
            <p:nvSpPr>
              <p:cNvPr id="412" name="Google Shape;412;p34"/>
              <p:cNvSpPr/>
              <p:nvPr/>
            </p:nvSpPr>
            <p:spPr>
              <a:xfrm>
                <a:off x="7900575" y="-25600"/>
                <a:ext cx="317250" cy="240500"/>
              </a:xfrm>
              <a:custGeom>
                <a:rect b="b" l="l" r="r" t="t"/>
                <a:pathLst>
                  <a:path extrusionOk="0" h="9620" w="12690">
                    <a:moveTo>
                      <a:pt x="0" y="9620"/>
                    </a:moveTo>
                    <a:cubicBezTo>
                      <a:pt x="853" y="9415"/>
                      <a:pt x="3480" y="9040"/>
                      <a:pt x="5117" y="8392"/>
                    </a:cubicBezTo>
                    <a:cubicBezTo>
                      <a:pt x="6754" y="7744"/>
                      <a:pt x="9005" y="6686"/>
                      <a:pt x="9824" y="5731"/>
                    </a:cubicBezTo>
                    <a:cubicBezTo>
                      <a:pt x="10643" y="4776"/>
                      <a:pt x="9551" y="3616"/>
                      <a:pt x="10029" y="2661"/>
                    </a:cubicBezTo>
                    <a:cubicBezTo>
                      <a:pt x="10507" y="1706"/>
                      <a:pt x="12247" y="444"/>
                      <a:pt x="1269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3" name="Google Shape;413;p34"/>
              <p:cNvSpPr/>
              <p:nvPr/>
            </p:nvSpPr>
            <p:spPr>
              <a:xfrm>
                <a:off x="8843507" y="368825"/>
                <a:ext cx="317249" cy="92100"/>
              </a:xfrm>
              <a:custGeom>
                <a:rect b="b" l="l" r="r" t="t"/>
                <a:pathLst>
                  <a:path extrusionOk="0" h="3684" w="10030">
                    <a:moveTo>
                      <a:pt x="0" y="3684"/>
                    </a:moveTo>
                    <a:cubicBezTo>
                      <a:pt x="1024" y="3445"/>
                      <a:pt x="4640" y="2558"/>
                      <a:pt x="6141" y="2251"/>
                    </a:cubicBezTo>
                    <a:cubicBezTo>
                      <a:pt x="7642" y="1944"/>
                      <a:pt x="8358" y="2217"/>
                      <a:pt x="9006" y="1842"/>
                    </a:cubicBezTo>
                    <a:cubicBezTo>
                      <a:pt x="9654" y="1467"/>
                      <a:pt x="9859" y="307"/>
                      <a:pt x="1003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14" name="Google Shape;414;p34"/>
              <p:cNvSpPr/>
              <p:nvPr/>
            </p:nvSpPr>
            <p:spPr>
              <a:xfrm>
                <a:off x="6570175" y="-56275"/>
                <a:ext cx="2640850" cy="676300"/>
              </a:xfrm>
              <a:custGeom>
                <a:rect b="b" l="l" r="r" t="t"/>
                <a:pathLst>
                  <a:path extrusionOk="0" h="27052" w="105634">
                    <a:moveTo>
                      <a:pt x="0" y="0"/>
                    </a:moveTo>
                    <a:cubicBezTo>
                      <a:pt x="2831" y="1058"/>
                      <a:pt x="12349" y="5288"/>
                      <a:pt x="16988" y="6345"/>
                    </a:cubicBezTo>
                    <a:cubicBezTo>
                      <a:pt x="21627" y="7403"/>
                      <a:pt x="23777" y="6209"/>
                      <a:pt x="27836" y="6345"/>
                    </a:cubicBezTo>
                    <a:cubicBezTo>
                      <a:pt x="31896" y="6481"/>
                      <a:pt x="37524" y="6617"/>
                      <a:pt x="41345" y="7163"/>
                    </a:cubicBezTo>
                    <a:cubicBezTo>
                      <a:pt x="45166" y="7709"/>
                      <a:pt x="47792" y="8596"/>
                      <a:pt x="50760" y="9619"/>
                    </a:cubicBezTo>
                    <a:cubicBezTo>
                      <a:pt x="53728" y="10643"/>
                      <a:pt x="55263" y="12451"/>
                      <a:pt x="59152" y="13304"/>
                    </a:cubicBezTo>
                    <a:cubicBezTo>
                      <a:pt x="63041" y="14157"/>
                      <a:pt x="69147" y="13952"/>
                      <a:pt x="74093" y="14736"/>
                    </a:cubicBezTo>
                    <a:cubicBezTo>
                      <a:pt x="79039" y="15521"/>
                      <a:pt x="85212" y="16107"/>
                      <a:pt x="88830" y="18011"/>
                    </a:cubicBezTo>
                    <a:cubicBezTo>
                      <a:pt x="92448" y="19915"/>
                      <a:pt x="93635" y="25024"/>
                      <a:pt x="95803" y="26158"/>
                    </a:cubicBezTo>
                    <a:cubicBezTo>
                      <a:pt x="97971" y="27293"/>
                      <a:pt x="100198" y="24669"/>
                      <a:pt x="101836" y="24818"/>
                    </a:cubicBezTo>
                    <a:cubicBezTo>
                      <a:pt x="103475" y="24967"/>
                      <a:pt x="105001" y="26680"/>
                      <a:pt x="105634" y="27052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415" name="Google Shape;415;p34"/>
          <p:cNvSpPr txBox="1"/>
          <p:nvPr>
            <p:ph idx="5"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35"/>
          <p:cNvGrpSpPr/>
          <p:nvPr/>
        </p:nvGrpSpPr>
        <p:grpSpPr>
          <a:xfrm>
            <a:off x="-873700" y="-89375"/>
            <a:ext cx="11493767" cy="6494042"/>
            <a:chOff x="-873700" y="-89375"/>
            <a:chExt cx="11493767" cy="6494042"/>
          </a:xfrm>
        </p:grpSpPr>
        <p:sp>
          <p:nvSpPr>
            <p:cNvPr id="418" name="Google Shape;418;p35"/>
            <p:cNvSpPr/>
            <p:nvPr/>
          </p:nvSpPr>
          <p:spPr>
            <a:xfrm rot="2700000">
              <a:off x="8136424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9" name="Google Shape;419;p35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420" name="Google Shape;420;p35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421" name="Google Shape;421;p35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422" name="Google Shape;422;p35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23" name="Google Shape;423;p35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24" name="Google Shape;424;p35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25" name="Google Shape;425;p35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426" name="Google Shape;426;p35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7" name="Google Shape;427;p35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28" name="Google Shape;428;p35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429" name="Google Shape;429;p35"/>
            <p:cNvSpPr/>
            <p:nvPr/>
          </p:nvSpPr>
          <p:spPr>
            <a:xfrm>
              <a:off x="-873700" y="4472197"/>
              <a:ext cx="1632477" cy="10945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0" name="Google Shape;430;p35"/>
          <p:cNvSpPr txBox="1"/>
          <p:nvPr>
            <p:ph type="title"/>
          </p:nvPr>
        </p:nvSpPr>
        <p:spPr>
          <a:xfrm>
            <a:off x="758850" y="557775"/>
            <a:ext cx="7626300" cy="57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1" name="Google Shape;431;p35"/>
          <p:cNvSpPr txBox="1"/>
          <p:nvPr>
            <p:ph hasCustomPrompt="1" idx="2" type="title"/>
          </p:nvPr>
        </p:nvSpPr>
        <p:spPr>
          <a:xfrm>
            <a:off x="3955364" y="1871045"/>
            <a:ext cx="12333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2" name="Google Shape;432;p35"/>
          <p:cNvSpPr txBox="1"/>
          <p:nvPr>
            <p:ph idx="3" type="title"/>
          </p:nvPr>
        </p:nvSpPr>
        <p:spPr>
          <a:xfrm>
            <a:off x="3464413" y="2443650"/>
            <a:ext cx="22152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35"/>
          <p:cNvSpPr txBox="1"/>
          <p:nvPr>
            <p:ph idx="4" type="title"/>
          </p:nvPr>
        </p:nvSpPr>
        <p:spPr>
          <a:xfrm>
            <a:off x="3464412" y="2899050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34" name="Google Shape;434;p35"/>
          <p:cNvSpPr txBox="1"/>
          <p:nvPr>
            <p:ph hasCustomPrompt="1" idx="5" type="title"/>
          </p:nvPr>
        </p:nvSpPr>
        <p:spPr>
          <a:xfrm>
            <a:off x="1206280" y="1871095"/>
            <a:ext cx="12333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5" name="Google Shape;435;p35"/>
          <p:cNvSpPr txBox="1"/>
          <p:nvPr>
            <p:ph idx="6" type="title"/>
          </p:nvPr>
        </p:nvSpPr>
        <p:spPr>
          <a:xfrm>
            <a:off x="715425" y="2443650"/>
            <a:ext cx="22152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35"/>
          <p:cNvSpPr txBox="1"/>
          <p:nvPr>
            <p:ph idx="7" type="title"/>
          </p:nvPr>
        </p:nvSpPr>
        <p:spPr>
          <a:xfrm>
            <a:off x="715325" y="2899050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37" name="Google Shape;437;p35"/>
          <p:cNvSpPr txBox="1"/>
          <p:nvPr>
            <p:ph hasCustomPrompt="1" idx="8" type="title"/>
          </p:nvPr>
        </p:nvSpPr>
        <p:spPr>
          <a:xfrm>
            <a:off x="6704447" y="1871045"/>
            <a:ext cx="12333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38" name="Google Shape;438;p35"/>
          <p:cNvSpPr txBox="1"/>
          <p:nvPr>
            <p:ph idx="9" type="title"/>
          </p:nvPr>
        </p:nvSpPr>
        <p:spPr>
          <a:xfrm>
            <a:off x="6213425" y="2443650"/>
            <a:ext cx="22152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9" name="Google Shape;439;p35"/>
          <p:cNvSpPr txBox="1"/>
          <p:nvPr>
            <p:ph idx="13" type="title"/>
          </p:nvPr>
        </p:nvSpPr>
        <p:spPr>
          <a:xfrm>
            <a:off x="6213551" y="2899050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2_3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1" name="Google Shape;441;p36"/>
          <p:cNvGrpSpPr/>
          <p:nvPr/>
        </p:nvGrpSpPr>
        <p:grpSpPr>
          <a:xfrm>
            <a:off x="-44675" y="-89375"/>
            <a:ext cx="13189424" cy="6383447"/>
            <a:chOff x="-44675" y="-89375"/>
            <a:chExt cx="13189424" cy="6383447"/>
          </a:xfrm>
        </p:grpSpPr>
        <p:sp>
          <p:nvSpPr>
            <p:cNvPr id="442" name="Google Shape;442;p36"/>
            <p:cNvSpPr/>
            <p:nvPr/>
          </p:nvSpPr>
          <p:spPr>
            <a:xfrm rot="650892">
              <a:off x="8543323" y="2983227"/>
              <a:ext cx="4365060" cy="2926223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3" name="Google Shape;443;p36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444" name="Google Shape;444;p36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445" name="Google Shape;445;p36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446" name="Google Shape;446;p36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47" name="Google Shape;447;p36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48" name="Google Shape;448;p36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449" name="Google Shape;449;p36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450" name="Google Shape;450;p36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1" name="Google Shape;451;p36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52" name="Google Shape;452;p36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453" name="Google Shape;453;p36"/>
          <p:cNvSpPr txBox="1"/>
          <p:nvPr>
            <p:ph type="title"/>
          </p:nvPr>
        </p:nvSpPr>
        <p:spPr>
          <a:xfrm>
            <a:off x="758775" y="368825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4" name="Google Shape;454;p36"/>
          <p:cNvSpPr txBox="1"/>
          <p:nvPr>
            <p:ph hasCustomPrompt="1" idx="2" type="title"/>
          </p:nvPr>
        </p:nvSpPr>
        <p:spPr>
          <a:xfrm>
            <a:off x="3955364" y="1683438"/>
            <a:ext cx="12333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5" name="Google Shape;455;p36"/>
          <p:cNvSpPr txBox="1"/>
          <p:nvPr>
            <p:ph idx="3" type="title"/>
          </p:nvPr>
        </p:nvSpPr>
        <p:spPr>
          <a:xfrm>
            <a:off x="3278775" y="2443650"/>
            <a:ext cx="25866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6" name="Google Shape;456;p36"/>
          <p:cNvSpPr txBox="1"/>
          <p:nvPr>
            <p:ph idx="4" type="title"/>
          </p:nvPr>
        </p:nvSpPr>
        <p:spPr>
          <a:xfrm>
            <a:off x="3464412" y="2899050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57" name="Google Shape;457;p36"/>
          <p:cNvSpPr txBox="1"/>
          <p:nvPr>
            <p:ph hasCustomPrompt="1" idx="5" type="title"/>
          </p:nvPr>
        </p:nvSpPr>
        <p:spPr>
          <a:xfrm>
            <a:off x="1206280" y="1683488"/>
            <a:ext cx="12333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58" name="Google Shape;458;p36"/>
          <p:cNvSpPr txBox="1"/>
          <p:nvPr>
            <p:ph idx="6" type="title"/>
          </p:nvPr>
        </p:nvSpPr>
        <p:spPr>
          <a:xfrm>
            <a:off x="529675" y="2443650"/>
            <a:ext cx="25866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59" name="Google Shape;459;p36"/>
          <p:cNvSpPr txBox="1"/>
          <p:nvPr>
            <p:ph idx="7" type="title"/>
          </p:nvPr>
        </p:nvSpPr>
        <p:spPr>
          <a:xfrm>
            <a:off x="715325" y="2899050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60" name="Google Shape;460;p36"/>
          <p:cNvSpPr txBox="1"/>
          <p:nvPr>
            <p:ph hasCustomPrompt="1" idx="8" type="title"/>
          </p:nvPr>
        </p:nvSpPr>
        <p:spPr>
          <a:xfrm>
            <a:off x="6704447" y="1683438"/>
            <a:ext cx="1233300" cy="53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461" name="Google Shape;461;p36"/>
          <p:cNvSpPr txBox="1"/>
          <p:nvPr>
            <p:ph idx="9" type="title"/>
          </p:nvPr>
        </p:nvSpPr>
        <p:spPr>
          <a:xfrm>
            <a:off x="6027725" y="2443650"/>
            <a:ext cx="25866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62" name="Google Shape;462;p36"/>
          <p:cNvSpPr txBox="1"/>
          <p:nvPr>
            <p:ph idx="13" type="title"/>
          </p:nvPr>
        </p:nvSpPr>
        <p:spPr>
          <a:xfrm>
            <a:off x="6213551" y="2899050"/>
            <a:ext cx="22152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2_2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37"/>
          <p:cNvGrpSpPr/>
          <p:nvPr/>
        </p:nvGrpSpPr>
        <p:grpSpPr>
          <a:xfrm>
            <a:off x="-2191523" y="1390225"/>
            <a:ext cx="12218996" cy="5082224"/>
            <a:chOff x="-2191523" y="1390225"/>
            <a:chExt cx="12218996" cy="5082224"/>
          </a:xfrm>
        </p:grpSpPr>
        <p:sp>
          <p:nvSpPr>
            <p:cNvPr id="465" name="Google Shape;465;p37"/>
            <p:cNvSpPr/>
            <p:nvPr/>
          </p:nvSpPr>
          <p:spPr>
            <a:xfrm flipH="1" rot="-1492155">
              <a:off x="-1921513" y="4047528"/>
              <a:ext cx="2854305" cy="19134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7"/>
            <p:cNvSpPr/>
            <p:nvPr/>
          </p:nvSpPr>
          <p:spPr>
            <a:xfrm>
              <a:off x="236235" y="4400575"/>
              <a:ext cx="306175" cy="808475"/>
            </a:xfrm>
            <a:custGeom>
              <a:rect b="b" l="l" r="r" t="t"/>
              <a:pathLst>
                <a:path extrusionOk="0" h="32339" w="12247">
                  <a:moveTo>
                    <a:pt x="9791" y="0"/>
                  </a:moveTo>
                  <a:cubicBezTo>
                    <a:pt x="8699" y="682"/>
                    <a:pt x="4844" y="2150"/>
                    <a:pt x="3241" y="4094"/>
                  </a:cubicBezTo>
                  <a:cubicBezTo>
                    <a:pt x="1638" y="6039"/>
                    <a:pt x="512" y="9313"/>
                    <a:pt x="171" y="11667"/>
                  </a:cubicBezTo>
                  <a:cubicBezTo>
                    <a:pt x="-170" y="14021"/>
                    <a:pt x="239" y="16614"/>
                    <a:pt x="1194" y="18217"/>
                  </a:cubicBezTo>
                  <a:cubicBezTo>
                    <a:pt x="2149" y="19820"/>
                    <a:pt x="4196" y="20332"/>
                    <a:pt x="5902" y="21287"/>
                  </a:cubicBezTo>
                  <a:cubicBezTo>
                    <a:pt x="7608" y="22242"/>
                    <a:pt x="10439" y="22584"/>
                    <a:pt x="11428" y="23948"/>
                  </a:cubicBezTo>
                  <a:cubicBezTo>
                    <a:pt x="12417" y="25313"/>
                    <a:pt x="11702" y="28076"/>
                    <a:pt x="11838" y="29474"/>
                  </a:cubicBezTo>
                  <a:cubicBezTo>
                    <a:pt x="11975" y="30873"/>
                    <a:pt x="12179" y="31862"/>
                    <a:pt x="12247" y="32339"/>
                  </a:cubicBezTo>
                </a:path>
              </a:pathLst>
            </a:custGeom>
            <a:noFill/>
            <a:ln cap="flat" cmpd="sng" w="28575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67" name="Google Shape;467;p37"/>
            <p:cNvSpPr/>
            <p:nvPr/>
          </p:nvSpPr>
          <p:spPr>
            <a:xfrm>
              <a:off x="5826025" y="1390225"/>
              <a:ext cx="4201448" cy="2816541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7"/>
            <p:cNvSpPr/>
            <p:nvPr/>
          </p:nvSpPr>
          <p:spPr>
            <a:xfrm>
              <a:off x="-40925" y="3126450"/>
              <a:ext cx="4062850" cy="2123550"/>
            </a:xfrm>
            <a:custGeom>
              <a:rect b="b" l="l" r="r" t="t"/>
              <a:pathLst>
                <a:path extrusionOk="0" h="84942" w="162514">
                  <a:moveTo>
                    <a:pt x="0" y="0"/>
                  </a:moveTo>
                  <a:cubicBezTo>
                    <a:pt x="1092" y="2149"/>
                    <a:pt x="3888" y="10302"/>
                    <a:pt x="6549" y="12895"/>
                  </a:cubicBezTo>
                  <a:cubicBezTo>
                    <a:pt x="9210" y="15488"/>
                    <a:pt x="13303" y="13953"/>
                    <a:pt x="15964" y="15556"/>
                  </a:cubicBezTo>
                  <a:cubicBezTo>
                    <a:pt x="18625" y="17159"/>
                    <a:pt x="21184" y="20434"/>
                    <a:pt x="22514" y="22515"/>
                  </a:cubicBezTo>
                  <a:cubicBezTo>
                    <a:pt x="23845" y="24596"/>
                    <a:pt x="23708" y="26472"/>
                    <a:pt x="23947" y="28041"/>
                  </a:cubicBezTo>
                  <a:cubicBezTo>
                    <a:pt x="24186" y="29610"/>
                    <a:pt x="24459" y="28996"/>
                    <a:pt x="23947" y="31930"/>
                  </a:cubicBezTo>
                  <a:cubicBezTo>
                    <a:pt x="23435" y="34864"/>
                    <a:pt x="21321" y="42744"/>
                    <a:pt x="20877" y="45644"/>
                  </a:cubicBezTo>
                  <a:cubicBezTo>
                    <a:pt x="20434" y="48544"/>
                    <a:pt x="21081" y="47486"/>
                    <a:pt x="21286" y="49328"/>
                  </a:cubicBezTo>
                  <a:cubicBezTo>
                    <a:pt x="21491" y="51170"/>
                    <a:pt x="20604" y="54479"/>
                    <a:pt x="22105" y="56696"/>
                  </a:cubicBezTo>
                  <a:cubicBezTo>
                    <a:pt x="23606" y="58913"/>
                    <a:pt x="27802" y="61370"/>
                    <a:pt x="30292" y="62632"/>
                  </a:cubicBezTo>
                  <a:cubicBezTo>
                    <a:pt x="32782" y="63894"/>
                    <a:pt x="33567" y="63553"/>
                    <a:pt x="37046" y="64269"/>
                  </a:cubicBezTo>
                  <a:cubicBezTo>
                    <a:pt x="40526" y="64985"/>
                    <a:pt x="46837" y="65702"/>
                    <a:pt x="51169" y="66930"/>
                  </a:cubicBezTo>
                  <a:cubicBezTo>
                    <a:pt x="55501" y="68158"/>
                    <a:pt x="60754" y="70308"/>
                    <a:pt x="63040" y="71638"/>
                  </a:cubicBezTo>
                  <a:cubicBezTo>
                    <a:pt x="65326" y="72969"/>
                    <a:pt x="63553" y="74129"/>
                    <a:pt x="64883" y="74913"/>
                  </a:cubicBezTo>
                  <a:cubicBezTo>
                    <a:pt x="66214" y="75698"/>
                    <a:pt x="66895" y="76038"/>
                    <a:pt x="71023" y="76345"/>
                  </a:cubicBezTo>
                  <a:cubicBezTo>
                    <a:pt x="75151" y="76652"/>
                    <a:pt x="83168" y="76891"/>
                    <a:pt x="89649" y="76755"/>
                  </a:cubicBezTo>
                  <a:cubicBezTo>
                    <a:pt x="96131" y="76619"/>
                    <a:pt x="104659" y="75118"/>
                    <a:pt x="109912" y="75527"/>
                  </a:cubicBezTo>
                  <a:cubicBezTo>
                    <a:pt x="115165" y="75936"/>
                    <a:pt x="118508" y="78427"/>
                    <a:pt x="121169" y="79211"/>
                  </a:cubicBezTo>
                  <a:cubicBezTo>
                    <a:pt x="123830" y="79996"/>
                    <a:pt x="122670" y="81053"/>
                    <a:pt x="125877" y="80234"/>
                  </a:cubicBezTo>
                  <a:cubicBezTo>
                    <a:pt x="129084" y="79415"/>
                    <a:pt x="136213" y="74367"/>
                    <a:pt x="140409" y="74299"/>
                  </a:cubicBezTo>
                  <a:cubicBezTo>
                    <a:pt x="144605" y="74231"/>
                    <a:pt x="148289" y="78392"/>
                    <a:pt x="151052" y="79825"/>
                  </a:cubicBezTo>
                  <a:cubicBezTo>
                    <a:pt x="153815" y="81258"/>
                    <a:pt x="155078" y="82042"/>
                    <a:pt x="156988" y="82895"/>
                  </a:cubicBezTo>
                  <a:cubicBezTo>
                    <a:pt x="158898" y="83748"/>
                    <a:pt x="161593" y="84601"/>
                    <a:pt x="162514" y="8494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469" name="Google Shape;469;p37"/>
          <p:cNvSpPr txBox="1"/>
          <p:nvPr>
            <p:ph type="title"/>
          </p:nvPr>
        </p:nvSpPr>
        <p:spPr>
          <a:xfrm>
            <a:off x="758775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0" name="Google Shape;470;p37"/>
          <p:cNvSpPr txBox="1"/>
          <p:nvPr>
            <p:ph idx="2" type="title"/>
          </p:nvPr>
        </p:nvSpPr>
        <p:spPr>
          <a:xfrm>
            <a:off x="1335850" y="1171800"/>
            <a:ext cx="25188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1" name="Google Shape;471;p37"/>
          <p:cNvSpPr txBox="1"/>
          <p:nvPr>
            <p:ph idx="3" type="title"/>
          </p:nvPr>
        </p:nvSpPr>
        <p:spPr>
          <a:xfrm>
            <a:off x="1335850" y="1627200"/>
            <a:ext cx="251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72" name="Google Shape;472;p37"/>
          <p:cNvSpPr txBox="1"/>
          <p:nvPr>
            <p:ph idx="4" type="title"/>
          </p:nvPr>
        </p:nvSpPr>
        <p:spPr>
          <a:xfrm>
            <a:off x="1335900" y="3284400"/>
            <a:ext cx="25188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3" name="Google Shape;473;p37"/>
          <p:cNvSpPr txBox="1"/>
          <p:nvPr>
            <p:ph idx="5" type="title"/>
          </p:nvPr>
        </p:nvSpPr>
        <p:spPr>
          <a:xfrm>
            <a:off x="1335850" y="3739800"/>
            <a:ext cx="251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74" name="Google Shape;474;p37"/>
          <p:cNvSpPr txBox="1"/>
          <p:nvPr>
            <p:ph idx="6" type="title"/>
          </p:nvPr>
        </p:nvSpPr>
        <p:spPr>
          <a:xfrm>
            <a:off x="1335700" y="2228100"/>
            <a:ext cx="25191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5" name="Google Shape;475;p37"/>
          <p:cNvSpPr txBox="1"/>
          <p:nvPr>
            <p:ph idx="7" type="title"/>
          </p:nvPr>
        </p:nvSpPr>
        <p:spPr>
          <a:xfrm>
            <a:off x="1335850" y="2683500"/>
            <a:ext cx="251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2_1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7" name="Google Shape;477;p38"/>
          <p:cNvGrpSpPr/>
          <p:nvPr/>
        </p:nvGrpSpPr>
        <p:grpSpPr>
          <a:xfrm>
            <a:off x="-1509775" y="-1051988"/>
            <a:ext cx="10720800" cy="8547429"/>
            <a:chOff x="-1509775" y="-1051988"/>
            <a:chExt cx="10720800" cy="8547429"/>
          </a:xfrm>
        </p:grpSpPr>
        <p:sp>
          <p:nvSpPr>
            <p:cNvPr id="478" name="Google Shape;478;p38"/>
            <p:cNvSpPr/>
            <p:nvPr/>
          </p:nvSpPr>
          <p:spPr>
            <a:xfrm rot="10800000">
              <a:off x="-1509775" y="4569225"/>
              <a:ext cx="4365049" cy="2926215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3223025" y="4848493"/>
              <a:ext cx="368875" cy="374250"/>
            </a:xfrm>
            <a:custGeom>
              <a:rect b="b" l="l" r="r" t="t"/>
              <a:pathLst>
                <a:path extrusionOk="0" h="14970" w="14755">
                  <a:moveTo>
                    <a:pt x="14746" y="0"/>
                  </a:moveTo>
                  <a:cubicBezTo>
                    <a:pt x="14709" y="410"/>
                    <a:pt x="14858" y="1453"/>
                    <a:pt x="14523" y="2458"/>
                  </a:cubicBezTo>
                  <a:cubicBezTo>
                    <a:pt x="14188" y="3464"/>
                    <a:pt x="13742" y="5102"/>
                    <a:pt x="12736" y="6033"/>
                  </a:cubicBezTo>
                  <a:cubicBezTo>
                    <a:pt x="11731" y="6964"/>
                    <a:pt x="9831" y="7337"/>
                    <a:pt x="8490" y="8044"/>
                  </a:cubicBezTo>
                  <a:cubicBezTo>
                    <a:pt x="7149" y="8752"/>
                    <a:pt x="5809" y="9422"/>
                    <a:pt x="4692" y="10278"/>
                  </a:cubicBezTo>
                  <a:cubicBezTo>
                    <a:pt x="3575" y="11135"/>
                    <a:pt x="2569" y="12401"/>
                    <a:pt x="1787" y="13183"/>
                  </a:cubicBezTo>
                  <a:cubicBezTo>
                    <a:pt x="1005" y="13965"/>
                    <a:pt x="298" y="14672"/>
                    <a:pt x="0" y="1497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0" name="Google Shape;480;p38"/>
            <p:cNvSpPr/>
            <p:nvPr/>
          </p:nvSpPr>
          <p:spPr>
            <a:xfrm>
              <a:off x="396586" y="4417229"/>
              <a:ext cx="955203" cy="737316"/>
            </a:xfrm>
            <a:custGeom>
              <a:rect b="b" l="l" r="r" t="t"/>
              <a:pathLst>
                <a:path extrusionOk="0" h="30386" w="37984">
                  <a:moveTo>
                    <a:pt x="0" y="0"/>
                  </a:moveTo>
                  <a:cubicBezTo>
                    <a:pt x="1341" y="1303"/>
                    <a:pt x="6219" y="5549"/>
                    <a:pt x="8044" y="7820"/>
                  </a:cubicBezTo>
                  <a:cubicBezTo>
                    <a:pt x="9869" y="10092"/>
                    <a:pt x="9460" y="12102"/>
                    <a:pt x="10949" y="13629"/>
                  </a:cubicBezTo>
                  <a:cubicBezTo>
                    <a:pt x="12439" y="15156"/>
                    <a:pt x="15082" y="16273"/>
                    <a:pt x="16981" y="16980"/>
                  </a:cubicBezTo>
                  <a:cubicBezTo>
                    <a:pt x="18880" y="17688"/>
                    <a:pt x="20184" y="17278"/>
                    <a:pt x="22344" y="17874"/>
                  </a:cubicBezTo>
                  <a:cubicBezTo>
                    <a:pt x="24504" y="18470"/>
                    <a:pt x="27966" y="19103"/>
                    <a:pt x="29940" y="20555"/>
                  </a:cubicBezTo>
                  <a:cubicBezTo>
                    <a:pt x="31914" y="22007"/>
                    <a:pt x="32845" y="24950"/>
                    <a:pt x="34186" y="26588"/>
                  </a:cubicBezTo>
                  <a:cubicBezTo>
                    <a:pt x="35527" y="28227"/>
                    <a:pt x="37351" y="29753"/>
                    <a:pt x="37984" y="30386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1" name="Google Shape;481;p38"/>
            <p:cNvSpPr/>
            <p:nvPr/>
          </p:nvSpPr>
          <p:spPr>
            <a:xfrm>
              <a:off x="245750" y="4358641"/>
              <a:ext cx="430125" cy="929975"/>
            </a:xfrm>
            <a:custGeom>
              <a:rect b="b" l="l" r="r" t="t"/>
              <a:pathLst>
                <a:path extrusionOk="0" h="37199" w="17205">
                  <a:moveTo>
                    <a:pt x="9385" y="379"/>
                  </a:moveTo>
                  <a:cubicBezTo>
                    <a:pt x="9385" y="342"/>
                    <a:pt x="9906" y="-283"/>
                    <a:pt x="9385" y="156"/>
                  </a:cubicBezTo>
                  <a:cubicBezTo>
                    <a:pt x="8864" y="595"/>
                    <a:pt x="7486" y="1942"/>
                    <a:pt x="6257" y="3014"/>
                  </a:cubicBezTo>
                  <a:cubicBezTo>
                    <a:pt x="5028" y="4086"/>
                    <a:pt x="3055" y="4690"/>
                    <a:pt x="2012" y="6589"/>
                  </a:cubicBezTo>
                  <a:cubicBezTo>
                    <a:pt x="969" y="8488"/>
                    <a:pt x="-36" y="11877"/>
                    <a:pt x="1" y="14409"/>
                  </a:cubicBezTo>
                  <a:cubicBezTo>
                    <a:pt x="38" y="16941"/>
                    <a:pt x="1267" y="19734"/>
                    <a:pt x="2235" y="21782"/>
                  </a:cubicBezTo>
                  <a:cubicBezTo>
                    <a:pt x="3203" y="23830"/>
                    <a:pt x="4097" y="24985"/>
                    <a:pt x="5810" y="26698"/>
                  </a:cubicBezTo>
                  <a:cubicBezTo>
                    <a:pt x="7523" y="28411"/>
                    <a:pt x="10614" y="30310"/>
                    <a:pt x="12513" y="32060"/>
                  </a:cubicBezTo>
                  <a:cubicBezTo>
                    <a:pt x="14412" y="33810"/>
                    <a:pt x="16423" y="36343"/>
                    <a:pt x="17205" y="37199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2" name="Google Shape;482;p38"/>
            <p:cNvSpPr/>
            <p:nvPr/>
          </p:nvSpPr>
          <p:spPr>
            <a:xfrm flipH="1" rot="2497583">
              <a:off x="-734542" y="-65907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>
              <a:off x="-61450" y="4204956"/>
              <a:ext cx="1843725" cy="813300"/>
            </a:xfrm>
            <a:custGeom>
              <a:rect b="b" l="l" r="r" t="t"/>
              <a:pathLst>
                <a:path extrusionOk="0" h="32532" w="73749">
                  <a:moveTo>
                    <a:pt x="0" y="717"/>
                  </a:moveTo>
                  <a:cubicBezTo>
                    <a:pt x="1564" y="643"/>
                    <a:pt x="6144" y="-511"/>
                    <a:pt x="9384" y="271"/>
                  </a:cubicBezTo>
                  <a:cubicBezTo>
                    <a:pt x="12624" y="1053"/>
                    <a:pt x="16348" y="4256"/>
                    <a:pt x="19439" y="5410"/>
                  </a:cubicBezTo>
                  <a:cubicBezTo>
                    <a:pt x="22530" y="6564"/>
                    <a:pt x="25248" y="6117"/>
                    <a:pt x="27929" y="7197"/>
                  </a:cubicBezTo>
                  <a:cubicBezTo>
                    <a:pt x="30610" y="8277"/>
                    <a:pt x="32323" y="10958"/>
                    <a:pt x="35526" y="11889"/>
                  </a:cubicBezTo>
                  <a:cubicBezTo>
                    <a:pt x="38729" y="12820"/>
                    <a:pt x="43682" y="11517"/>
                    <a:pt x="47145" y="12783"/>
                  </a:cubicBezTo>
                  <a:cubicBezTo>
                    <a:pt x="50608" y="14049"/>
                    <a:pt x="53922" y="17810"/>
                    <a:pt x="56305" y="19486"/>
                  </a:cubicBezTo>
                  <a:cubicBezTo>
                    <a:pt x="58688" y="21162"/>
                    <a:pt x="59444" y="22206"/>
                    <a:pt x="61444" y="22837"/>
                  </a:cubicBezTo>
                  <a:cubicBezTo>
                    <a:pt x="63444" y="23469"/>
                    <a:pt x="66860" y="22611"/>
                    <a:pt x="68303" y="23275"/>
                  </a:cubicBezTo>
                  <a:cubicBezTo>
                    <a:pt x="69746" y="23939"/>
                    <a:pt x="69543" y="25777"/>
                    <a:pt x="70102" y="26819"/>
                  </a:cubicBezTo>
                  <a:cubicBezTo>
                    <a:pt x="70661" y="27861"/>
                    <a:pt x="71048" y="28577"/>
                    <a:pt x="71656" y="29529"/>
                  </a:cubicBezTo>
                  <a:cubicBezTo>
                    <a:pt x="72264" y="30481"/>
                    <a:pt x="73400" y="32032"/>
                    <a:pt x="73749" y="3253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4" name="Google Shape;484;p38"/>
            <p:cNvSpPr/>
            <p:nvPr/>
          </p:nvSpPr>
          <p:spPr>
            <a:xfrm>
              <a:off x="1768775" y="4748383"/>
              <a:ext cx="2610525" cy="485550"/>
            </a:xfrm>
            <a:custGeom>
              <a:rect b="b" l="l" r="r" t="t"/>
              <a:pathLst>
                <a:path extrusionOk="0" h="19422" w="104421">
                  <a:moveTo>
                    <a:pt x="0" y="10184"/>
                  </a:moveTo>
                  <a:cubicBezTo>
                    <a:pt x="1446" y="10563"/>
                    <a:pt x="5536" y="12481"/>
                    <a:pt x="8677" y="12457"/>
                  </a:cubicBezTo>
                  <a:cubicBezTo>
                    <a:pt x="11818" y="12433"/>
                    <a:pt x="15476" y="10292"/>
                    <a:pt x="18846" y="10038"/>
                  </a:cubicBezTo>
                  <a:cubicBezTo>
                    <a:pt x="22217" y="9784"/>
                    <a:pt x="26023" y="10613"/>
                    <a:pt x="28900" y="10931"/>
                  </a:cubicBezTo>
                  <a:cubicBezTo>
                    <a:pt x="31777" y="11250"/>
                    <a:pt x="33953" y="12167"/>
                    <a:pt x="36110" y="11949"/>
                  </a:cubicBezTo>
                  <a:cubicBezTo>
                    <a:pt x="38267" y="11731"/>
                    <a:pt x="39141" y="10740"/>
                    <a:pt x="41841" y="9621"/>
                  </a:cubicBezTo>
                  <a:cubicBezTo>
                    <a:pt x="44542" y="8502"/>
                    <a:pt x="49481" y="6389"/>
                    <a:pt x="52313" y="5234"/>
                  </a:cubicBezTo>
                  <a:cubicBezTo>
                    <a:pt x="55145" y="4079"/>
                    <a:pt x="56176" y="2925"/>
                    <a:pt x="58834" y="2691"/>
                  </a:cubicBezTo>
                  <a:cubicBezTo>
                    <a:pt x="61492" y="2458"/>
                    <a:pt x="65382" y="3767"/>
                    <a:pt x="68263" y="3833"/>
                  </a:cubicBezTo>
                  <a:cubicBezTo>
                    <a:pt x="71144" y="3899"/>
                    <a:pt x="73960" y="3726"/>
                    <a:pt x="76120" y="3088"/>
                  </a:cubicBezTo>
                  <a:cubicBezTo>
                    <a:pt x="78280" y="2450"/>
                    <a:pt x="78288" y="-124"/>
                    <a:pt x="81222" y="5"/>
                  </a:cubicBezTo>
                  <a:cubicBezTo>
                    <a:pt x="84156" y="134"/>
                    <a:pt x="89856" y="627"/>
                    <a:pt x="93722" y="3863"/>
                  </a:cubicBezTo>
                  <a:cubicBezTo>
                    <a:pt x="97589" y="7099"/>
                    <a:pt x="102638" y="16829"/>
                    <a:pt x="104421" y="1942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85" name="Google Shape;485;p38"/>
            <p:cNvSpPr/>
            <p:nvPr/>
          </p:nvSpPr>
          <p:spPr>
            <a:xfrm>
              <a:off x="1066900" y="5010493"/>
              <a:ext cx="709400" cy="262525"/>
            </a:xfrm>
            <a:custGeom>
              <a:rect b="b" l="l" r="r" t="t"/>
              <a:pathLst>
                <a:path extrusionOk="0" h="10501" w="28376">
                  <a:moveTo>
                    <a:pt x="28376" y="0"/>
                  </a:moveTo>
                  <a:cubicBezTo>
                    <a:pt x="27706" y="447"/>
                    <a:pt x="25993" y="2197"/>
                    <a:pt x="24354" y="2681"/>
                  </a:cubicBezTo>
                  <a:cubicBezTo>
                    <a:pt x="22716" y="3165"/>
                    <a:pt x="20817" y="2830"/>
                    <a:pt x="18545" y="2904"/>
                  </a:cubicBezTo>
                  <a:cubicBezTo>
                    <a:pt x="16274" y="2979"/>
                    <a:pt x="12401" y="2830"/>
                    <a:pt x="10725" y="3128"/>
                  </a:cubicBezTo>
                  <a:cubicBezTo>
                    <a:pt x="9049" y="3426"/>
                    <a:pt x="9682" y="4134"/>
                    <a:pt x="8490" y="4692"/>
                  </a:cubicBezTo>
                  <a:cubicBezTo>
                    <a:pt x="7298" y="5251"/>
                    <a:pt x="4990" y="5511"/>
                    <a:pt x="3575" y="6479"/>
                  </a:cubicBezTo>
                  <a:cubicBezTo>
                    <a:pt x="2160" y="7447"/>
                    <a:pt x="596" y="9831"/>
                    <a:pt x="0" y="105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486" name="Google Shape;486;p38"/>
            <p:cNvGrpSpPr/>
            <p:nvPr/>
          </p:nvGrpSpPr>
          <p:grpSpPr>
            <a:xfrm>
              <a:off x="6570175" y="-56275"/>
              <a:ext cx="2640850" cy="676300"/>
              <a:chOff x="6570175" y="-56275"/>
              <a:chExt cx="2640850" cy="676300"/>
            </a:xfrm>
          </p:grpSpPr>
          <p:sp>
            <p:nvSpPr>
              <p:cNvPr id="487" name="Google Shape;487;p38"/>
              <p:cNvSpPr/>
              <p:nvPr/>
            </p:nvSpPr>
            <p:spPr>
              <a:xfrm>
                <a:off x="7900575" y="-25600"/>
                <a:ext cx="317250" cy="240500"/>
              </a:xfrm>
              <a:custGeom>
                <a:rect b="b" l="l" r="r" t="t"/>
                <a:pathLst>
                  <a:path extrusionOk="0" h="9620" w="12690">
                    <a:moveTo>
                      <a:pt x="0" y="9620"/>
                    </a:moveTo>
                    <a:cubicBezTo>
                      <a:pt x="853" y="9415"/>
                      <a:pt x="3480" y="9040"/>
                      <a:pt x="5117" y="8392"/>
                    </a:cubicBezTo>
                    <a:cubicBezTo>
                      <a:pt x="6754" y="7744"/>
                      <a:pt x="9005" y="6686"/>
                      <a:pt x="9824" y="5731"/>
                    </a:cubicBezTo>
                    <a:cubicBezTo>
                      <a:pt x="10643" y="4776"/>
                      <a:pt x="9551" y="3616"/>
                      <a:pt x="10029" y="2661"/>
                    </a:cubicBezTo>
                    <a:cubicBezTo>
                      <a:pt x="10507" y="1706"/>
                      <a:pt x="12247" y="444"/>
                      <a:pt x="1269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8" name="Google Shape;488;p38"/>
              <p:cNvSpPr/>
              <p:nvPr/>
            </p:nvSpPr>
            <p:spPr>
              <a:xfrm>
                <a:off x="8843507" y="368825"/>
                <a:ext cx="317249" cy="92100"/>
              </a:xfrm>
              <a:custGeom>
                <a:rect b="b" l="l" r="r" t="t"/>
                <a:pathLst>
                  <a:path extrusionOk="0" h="3684" w="10030">
                    <a:moveTo>
                      <a:pt x="0" y="3684"/>
                    </a:moveTo>
                    <a:cubicBezTo>
                      <a:pt x="1024" y="3445"/>
                      <a:pt x="4640" y="2558"/>
                      <a:pt x="6141" y="2251"/>
                    </a:cubicBezTo>
                    <a:cubicBezTo>
                      <a:pt x="7642" y="1944"/>
                      <a:pt x="8358" y="2217"/>
                      <a:pt x="9006" y="1842"/>
                    </a:cubicBezTo>
                    <a:cubicBezTo>
                      <a:pt x="9654" y="1467"/>
                      <a:pt x="9859" y="307"/>
                      <a:pt x="1003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489" name="Google Shape;489;p38"/>
              <p:cNvSpPr/>
              <p:nvPr/>
            </p:nvSpPr>
            <p:spPr>
              <a:xfrm>
                <a:off x="6570175" y="-56275"/>
                <a:ext cx="2640850" cy="676300"/>
              </a:xfrm>
              <a:custGeom>
                <a:rect b="b" l="l" r="r" t="t"/>
                <a:pathLst>
                  <a:path extrusionOk="0" h="27052" w="105634">
                    <a:moveTo>
                      <a:pt x="0" y="0"/>
                    </a:moveTo>
                    <a:cubicBezTo>
                      <a:pt x="2831" y="1058"/>
                      <a:pt x="12349" y="5288"/>
                      <a:pt x="16988" y="6345"/>
                    </a:cubicBezTo>
                    <a:cubicBezTo>
                      <a:pt x="21627" y="7403"/>
                      <a:pt x="23777" y="6209"/>
                      <a:pt x="27836" y="6345"/>
                    </a:cubicBezTo>
                    <a:cubicBezTo>
                      <a:pt x="31896" y="6481"/>
                      <a:pt x="37524" y="6617"/>
                      <a:pt x="41345" y="7163"/>
                    </a:cubicBezTo>
                    <a:cubicBezTo>
                      <a:pt x="45166" y="7709"/>
                      <a:pt x="47792" y="8596"/>
                      <a:pt x="50760" y="9619"/>
                    </a:cubicBezTo>
                    <a:cubicBezTo>
                      <a:pt x="53728" y="10643"/>
                      <a:pt x="55263" y="12451"/>
                      <a:pt x="59152" y="13304"/>
                    </a:cubicBezTo>
                    <a:cubicBezTo>
                      <a:pt x="63041" y="14157"/>
                      <a:pt x="69147" y="13952"/>
                      <a:pt x="74093" y="14736"/>
                    </a:cubicBezTo>
                    <a:cubicBezTo>
                      <a:pt x="79039" y="15521"/>
                      <a:pt x="85212" y="16107"/>
                      <a:pt x="88830" y="18011"/>
                    </a:cubicBezTo>
                    <a:cubicBezTo>
                      <a:pt x="92448" y="19915"/>
                      <a:pt x="93635" y="25024"/>
                      <a:pt x="95803" y="26158"/>
                    </a:cubicBezTo>
                    <a:cubicBezTo>
                      <a:pt x="97971" y="27293"/>
                      <a:pt x="100198" y="24669"/>
                      <a:pt x="101836" y="24818"/>
                    </a:cubicBezTo>
                    <a:cubicBezTo>
                      <a:pt x="103475" y="24967"/>
                      <a:pt x="105001" y="26680"/>
                      <a:pt x="105634" y="27052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490" name="Google Shape;490;p38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38"/>
          <p:cNvSpPr txBox="1"/>
          <p:nvPr>
            <p:ph idx="2" type="title"/>
          </p:nvPr>
        </p:nvSpPr>
        <p:spPr>
          <a:xfrm>
            <a:off x="4782863" y="2054650"/>
            <a:ext cx="293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2" name="Google Shape;492;p38"/>
          <p:cNvSpPr txBox="1"/>
          <p:nvPr>
            <p:ph idx="3" type="title"/>
          </p:nvPr>
        </p:nvSpPr>
        <p:spPr>
          <a:xfrm>
            <a:off x="4935262" y="1349075"/>
            <a:ext cx="23247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93" name="Google Shape;493;p38"/>
          <p:cNvSpPr txBox="1"/>
          <p:nvPr>
            <p:ph idx="4" type="title"/>
          </p:nvPr>
        </p:nvSpPr>
        <p:spPr>
          <a:xfrm>
            <a:off x="1430139" y="2054650"/>
            <a:ext cx="2726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4" name="Google Shape;494;p38"/>
          <p:cNvSpPr txBox="1"/>
          <p:nvPr>
            <p:ph idx="5" type="title"/>
          </p:nvPr>
        </p:nvSpPr>
        <p:spPr>
          <a:xfrm>
            <a:off x="1582537" y="1349075"/>
            <a:ext cx="23247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95" name="Google Shape;495;p38"/>
          <p:cNvSpPr txBox="1"/>
          <p:nvPr>
            <p:ph idx="6" type="title"/>
          </p:nvPr>
        </p:nvSpPr>
        <p:spPr>
          <a:xfrm>
            <a:off x="4782863" y="3630250"/>
            <a:ext cx="2931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8"/>
          <p:cNvSpPr txBox="1"/>
          <p:nvPr>
            <p:ph idx="7" type="title"/>
          </p:nvPr>
        </p:nvSpPr>
        <p:spPr>
          <a:xfrm>
            <a:off x="4935262" y="2924675"/>
            <a:ext cx="23247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497" name="Google Shape;497;p38"/>
          <p:cNvSpPr txBox="1"/>
          <p:nvPr>
            <p:ph idx="8" type="title"/>
          </p:nvPr>
        </p:nvSpPr>
        <p:spPr>
          <a:xfrm>
            <a:off x="1430139" y="3630250"/>
            <a:ext cx="2726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8"/>
          <p:cNvSpPr txBox="1"/>
          <p:nvPr>
            <p:ph idx="9" type="title"/>
          </p:nvPr>
        </p:nvSpPr>
        <p:spPr>
          <a:xfrm>
            <a:off x="1582537" y="2924675"/>
            <a:ext cx="23247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2_1_1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0" name="Google Shape;500;p39"/>
          <p:cNvGrpSpPr/>
          <p:nvPr/>
        </p:nvGrpSpPr>
        <p:grpSpPr>
          <a:xfrm>
            <a:off x="-1084412" y="-61400"/>
            <a:ext cx="10269338" cy="3993925"/>
            <a:chOff x="-1084412" y="-61400"/>
            <a:chExt cx="10269338" cy="3993925"/>
          </a:xfrm>
        </p:grpSpPr>
        <p:sp>
          <p:nvSpPr>
            <p:cNvPr id="501" name="Google Shape;501;p39"/>
            <p:cNvSpPr/>
            <p:nvPr/>
          </p:nvSpPr>
          <p:spPr>
            <a:xfrm>
              <a:off x="-1084412" y="1210975"/>
              <a:ext cx="3721900" cy="2721550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2" name="Google Shape;502;p39"/>
            <p:cNvGrpSpPr/>
            <p:nvPr/>
          </p:nvGrpSpPr>
          <p:grpSpPr>
            <a:xfrm>
              <a:off x="7148375" y="-61400"/>
              <a:ext cx="2036550" cy="1103125"/>
              <a:chOff x="7148375" y="-61400"/>
              <a:chExt cx="2036550" cy="1103125"/>
            </a:xfrm>
          </p:grpSpPr>
          <p:sp>
            <p:nvSpPr>
              <p:cNvPr id="503" name="Google Shape;503;p39"/>
              <p:cNvSpPr/>
              <p:nvPr/>
            </p:nvSpPr>
            <p:spPr>
              <a:xfrm>
                <a:off x="7936400" y="347950"/>
                <a:ext cx="1243425" cy="148400"/>
              </a:xfrm>
              <a:custGeom>
                <a:rect b="b" l="l" r="r" t="t"/>
                <a:pathLst>
                  <a:path extrusionOk="0" h="5936" w="49737">
                    <a:moveTo>
                      <a:pt x="0" y="5936"/>
                    </a:moveTo>
                    <a:cubicBezTo>
                      <a:pt x="2149" y="5663"/>
                      <a:pt x="8904" y="4878"/>
                      <a:pt x="12895" y="4298"/>
                    </a:cubicBezTo>
                    <a:cubicBezTo>
                      <a:pt x="16886" y="3718"/>
                      <a:pt x="20536" y="2422"/>
                      <a:pt x="23947" y="2456"/>
                    </a:cubicBezTo>
                    <a:cubicBezTo>
                      <a:pt x="27358" y="2490"/>
                      <a:pt x="30497" y="4264"/>
                      <a:pt x="33362" y="4503"/>
                    </a:cubicBezTo>
                    <a:cubicBezTo>
                      <a:pt x="36228" y="4742"/>
                      <a:pt x="38957" y="4435"/>
                      <a:pt x="41140" y="3889"/>
                    </a:cubicBezTo>
                    <a:cubicBezTo>
                      <a:pt x="43323" y="3343"/>
                      <a:pt x="45029" y="1876"/>
                      <a:pt x="46462" y="1228"/>
                    </a:cubicBezTo>
                    <a:cubicBezTo>
                      <a:pt x="47895" y="580"/>
                      <a:pt x="49191" y="205"/>
                      <a:pt x="49737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04" name="Google Shape;504;p39"/>
              <p:cNvSpPr/>
              <p:nvPr/>
            </p:nvSpPr>
            <p:spPr>
              <a:xfrm>
                <a:off x="7148375" y="-61400"/>
                <a:ext cx="2036550" cy="1103125"/>
              </a:xfrm>
              <a:custGeom>
                <a:rect b="b" l="l" r="r" t="t"/>
                <a:pathLst>
                  <a:path extrusionOk="0" h="44125" w="81462">
                    <a:moveTo>
                      <a:pt x="0" y="0"/>
                    </a:moveTo>
                    <a:cubicBezTo>
                      <a:pt x="1808" y="1365"/>
                      <a:pt x="8358" y="6038"/>
                      <a:pt x="10848" y="8187"/>
                    </a:cubicBezTo>
                    <a:cubicBezTo>
                      <a:pt x="13338" y="10336"/>
                      <a:pt x="13305" y="12076"/>
                      <a:pt x="14942" y="12895"/>
                    </a:cubicBezTo>
                    <a:cubicBezTo>
                      <a:pt x="16580" y="13714"/>
                      <a:pt x="18046" y="12724"/>
                      <a:pt x="20673" y="13099"/>
                    </a:cubicBezTo>
                    <a:cubicBezTo>
                      <a:pt x="23300" y="13474"/>
                      <a:pt x="29065" y="13918"/>
                      <a:pt x="30702" y="15146"/>
                    </a:cubicBezTo>
                    <a:cubicBezTo>
                      <a:pt x="32340" y="16374"/>
                      <a:pt x="29713" y="18148"/>
                      <a:pt x="30498" y="20468"/>
                    </a:cubicBezTo>
                    <a:cubicBezTo>
                      <a:pt x="31283" y="22788"/>
                      <a:pt x="33432" y="27017"/>
                      <a:pt x="35410" y="29064"/>
                    </a:cubicBezTo>
                    <a:cubicBezTo>
                      <a:pt x="37389" y="31111"/>
                      <a:pt x="39435" y="32202"/>
                      <a:pt x="42369" y="32748"/>
                    </a:cubicBezTo>
                    <a:cubicBezTo>
                      <a:pt x="45303" y="33294"/>
                      <a:pt x="50112" y="32203"/>
                      <a:pt x="53012" y="32339"/>
                    </a:cubicBezTo>
                    <a:cubicBezTo>
                      <a:pt x="55912" y="32476"/>
                      <a:pt x="58164" y="32782"/>
                      <a:pt x="59767" y="33567"/>
                    </a:cubicBezTo>
                    <a:cubicBezTo>
                      <a:pt x="61370" y="34352"/>
                      <a:pt x="60483" y="35410"/>
                      <a:pt x="62632" y="37047"/>
                    </a:cubicBezTo>
                    <a:cubicBezTo>
                      <a:pt x="64781" y="38685"/>
                      <a:pt x="70068" y="42232"/>
                      <a:pt x="72661" y="43392"/>
                    </a:cubicBezTo>
                    <a:cubicBezTo>
                      <a:pt x="75254" y="44552"/>
                      <a:pt x="76721" y="43972"/>
                      <a:pt x="78188" y="44006"/>
                    </a:cubicBezTo>
                    <a:cubicBezTo>
                      <a:pt x="79655" y="44040"/>
                      <a:pt x="80916" y="43664"/>
                      <a:pt x="81462" y="43596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505" name="Google Shape;505;p39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9"/>
          <p:cNvSpPr txBox="1"/>
          <p:nvPr>
            <p:ph idx="2" type="title"/>
          </p:nvPr>
        </p:nvSpPr>
        <p:spPr>
          <a:xfrm>
            <a:off x="6493415" y="1922501"/>
            <a:ext cx="1937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9"/>
          <p:cNvSpPr txBox="1"/>
          <p:nvPr>
            <p:ph idx="3" type="title"/>
          </p:nvPr>
        </p:nvSpPr>
        <p:spPr>
          <a:xfrm>
            <a:off x="6493421" y="2301700"/>
            <a:ext cx="193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08" name="Google Shape;508;p39"/>
          <p:cNvSpPr txBox="1"/>
          <p:nvPr>
            <p:ph idx="4" type="title"/>
          </p:nvPr>
        </p:nvSpPr>
        <p:spPr>
          <a:xfrm>
            <a:off x="4315700" y="1922501"/>
            <a:ext cx="1937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9" name="Google Shape;509;p39"/>
          <p:cNvSpPr txBox="1"/>
          <p:nvPr>
            <p:ph idx="5" type="title"/>
          </p:nvPr>
        </p:nvSpPr>
        <p:spPr>
          <a:xfrm>
            <a:off x="4315700" y="2301700"/>
            <a:ext cx="193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10" name="Google Shape;510;p39"/>
          <p:cNvSpPr txBox="1"/>
          <p:nvPr>
            <p:ph idx="6" type="title"/>
          </p:nvPr>
        </p:nvSpPr>
        <p:spPr>
          <a:xfrm>
            <a:off x="6493415" y="3647524"/>
            <a:ext cx="1937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1" name="Google Shape;511;p39"/>
          <p:cNvSpPr txBox="1"/>
          <p:nvPr>
            <p:ph idx="7" type="title"/>
          </p:nvPr>
        </p:nvSpPr>
        <p:spPr>
          <a:xfrm>
            <a:off x="6493421" y="4026725"/>
            <a:ext cx="1937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12" name="Google Shape;512;p39"/>
          <p:cNvSpPr txBox="1"/>
          <p:nvPr>
            <p:ph idx="8" type="title"/>
          </p:nvPr>
        </p:nvSpPr>
        <p:spPr>
          <a:xfrm>
            <a:off x="4315700" y="3647524"/>
            <a:ext cx="19374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3" name="Google Shape;513;p39"/>
          <p:cNvSpPr txBox="1"/>
          <p:nvPr>
            <p:ph idx="9" type="title"/>
          </p:nvPr>
        </p:nvSpPr>
        <p:spPr>
          <a:xfrm>
            <a:off x="4315700" y="4026725"/>
            <a:ext cx="193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5" name="Google Shape;515;p40"/>
          <p:cNvGrpSpPr/>
          <p:nvPr/>
        </p:nvGrpSpPr>
        <p:grpSpPr>
          <a:xfrm flipH="1">
            <a:off x="-592902" y="-781815"/>
            <a:ext cx="10474229" cy="6524585"/>
            <a:chOff x="-1099858" y="-733665"/>
            <a:chExt cx="10474229" cy="6524585"/>
          </a:xfrm>
        </p:grpSpPr>
        <p:sp>
          <p:nvSpPr>
            <p:cNvPr id="516" name="Google Shape;516;p40"/>
            <p:cNvSpPr/>
            <p:nvPr/>
          </p:nvSpPr>
          <p:spPr>
            <a:xfrm rot="-1313511">
              <a:off x="-906691" y="-425295"/>
              <a:ext cx="1926554" cy="1408746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7" name="Google Shape;517;p40"/>
            <p:cNvGrpSpPr/>
            <p:nvPr/>
          </p:nvGrpSpPr>
          <p:grpSpPr>
            <a:xfrm flipH="1" rot="10800000">
              <a:off x="-487881" y="-347535"/>
              <a:ext cx="9657456" cy="2600259"/>
              <a:chOff x="-487881" y="2966550"/>
              <a:chExt cx="9657456" cy="2600259"/>
            </a:xfrm>
          </p:grpSpPr>
          <p:sp>
            <p:nvSpPr>
              <p:cNvPr id="518" name="Google Shape;518;p40"/>
              <p:cNvSpPr/>
              <p:nvPr/>
            </p:nvSpPr>
            <p:spPr>
              <a:xfrm>
                <a:off x="8737575" y="4559200"/>
                <a:ext cx="150500" cy="660100"/>
              </a:xfrm>
              <a:custGeom>
                <a:rect b="b" l="l" r="r" t="t"/>
                <a:pathLst>
                  <a:path extrusionOk="0" h="26404" w="6020">
                    <a:moveTo>
                      <a:pt x="1520" y="0"/>
                    </a:moveTo>
                    <a:cubicBezTo>
                      <a:pt x="2236" y="1399"/>
                      <a:pt x="5272" y="5765"/>
                      <a:pt x="5818" y="8392"/>
                    </a:cubicBezTo>
                    <a:cubicBezTo>
                      <a:pt x="6364" y="11019"/>
                      <a:pt x="5716" y="13407"/>
                      <a:pt x="4795" y="15761"/>
                    </a:cubicBezTo>
                    <a:cubicBezTo>
                      <a:pt x="3874" y="18115"/>
                      <a:pt x="1008" y="20741"/>
                      <a:pt x="292" y="22515"/>
                    </a:cubicBezTo>
                    <a:cubicBezTo>
                      <a:pt x="-424" y="24289"/>
                      <a:pt x="463" y="25756"/>
                      <a:pt x="497" y="26404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519" name="Google Shape;519;p40"/>
              <p:cNvGrpSpPr/>
              <p:nvPr/>
            </p:nvGrpSpPr>
            <p:grpSpPr>
              <a:xfrm>
                <a:off x="-487881" y="2966550"/>
                <a:ext cx="2398902" cy="2600259"/>
                <a:chOff x="-487881" y="2966550"/>
                <a:chExt cx="2398902" cy="2600259"/>
              </a:xfrm>
            </p:grpSpPr>
            <p:sp>
              <p:nvSpPr>
                <p:cNvPr id="520" name="Google Shape;520;p40"/>
                <p:cNvSpPr/>
                <p:nvPr/>
              </p:nvSpPr>
              <p:spPr>
                <a:xfrm>
                  <a:off x="46971" y="4604824"/>
                  <a:ext cx="1864050" cy="670750"/>
                </a:xfrm>
                <a:custGeom>
                  <a:rect b="b" l="l" r="r" t="t"/>
                  <a:pathLst>
                    <a:path extrusionOk="0" h="26830" w="74562">
                      <a:moveTo>
                        <a:pt x="60" y="25602"/>
                      </a:moveTo>
                      <a:cubicBezTo>
                        <a:pt x="60" y="24033"/>
                        <a:pt x="26" y="18848"/>
                        <a:pt x="60" y="16187"/>
                      </a:cubicBezTo>
                      <a:cubicBezTo>
                        <a:pt x="94" y="13526"/>
                        <a:pt x="-179" y="11377"/>
                        <a:pt x="264" y="9637"/>
                      </a:cubicBezTo>
                      <a:cubicBezTo>
                        <a:pt x="707" y="7897"/>
                        <a:pt x="1390" y="6840"/>
                        <a:pt x="2720" y="5748"/>
                      </a:cubicBezTo>
                      <a:cubicBezTo>
                        <a:pt x="4051" y="4657"/>
                        <a:pt x="5859" y="3566"/>
                        <a:pt x="8247" y="3088"/>
                      </a:cubicBezTo>
                      <a:cubicBezTo>
                        <a:pt x="10635" y="2611"/>
                        <a:pt x="14251" y="3395"/>
                        <a:pt x="17048" y="2883"/>
                      </a:cubicBezTo>
                      <a:cubicBezTo>
                        <a:pt x="19845" y="2371"/>
                        <a:pt x="21994" y="-51"/>
                        <a:pt x="25030" y="17"/>
                      </a:cubicBezTo>
                      <a:cubicBezTo>
                        <a:pt x="28066" y="85"/>
                        <a:pt x="32535" y="1893"/>
                        <a:pt x="35264" y="3292"/>
                      </a:cubicBezTo>
                      <a:cubicBezTo>
                        <a:pt x="37993" y="4691"/>
                        <a:pt x="38471" y="6874"/>
                        <a:pt x="41405" y="8409"/>
                      </a:cubicBezTo>
                      <a:cubicBezTo>
                        <a:pt x="44339" y="9944"/>
                        <a:pt x="49968" y="11241"/>
                        <a:pt x="52867" y="12503"/>
                      </a:cubicBezTo>
                      <a:cubicBezTo>
                        <a:pt x="55767" y="13765"/>
                        <a:pt x="56551" y="14140"/>
                        <a:pt x="58802" y="15982"/>
                      </a:cubicBezTo>
                      <a:cubicBezTo>
                        <a:pt x="61053" y="17824"/>
                        <a:pt x="63748" y="21747"/>
                        <a:pt x="66375" y="23555"/>
                      </a:cubicBezTo>
                      <a:cubicBezTo>
                        <a:pt x="69002" y="25363"/>
                        <a:pt x="73198" y="26284"/>
                        <a:pt x="74562" y="2683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21" name="Google Shape;521;p40"/>
                <p:cNvSpPr/>
                <p:nvPr/>
              </p:nvSpPr>
              <p:spPr>
                <a:xfrm rot="-820796">
                  <a:off x="-206568" y="3028152"/>
                  <a:ext cx="818094" cy="2477055"/>
                </a:xfrm>
                <a:custGeom>
                  <a:rect b="b" l="l" r="r" t="t"/>
                  <a:pathLst>
                    <a:path extrusionOk="0" h="91287" w="29337">
                      <a:moveTo>
                        <a:pt x="0" y="0"/>
                      </a:moveTo>
                      <a:cubicBezTo>
                        <a:pt x="1126" y="1160"/>
                        <a:pt x="4299" y="3104"/>
                        <a:pt x="6755" y="6959"/>
                      </a:cubicBezTo>
                      <a:cubicBezTo>
                        <a:pt x="9211" y="10814"/>
                        <a:pt x="12929" y="18251"/>
                        <a:pt x="14737" y="23129"/>
                      </a:cubicBezTo>
                      <a:cubicBezTo>
                        <a:pt x="16545" y="28007"/>
                        <a:pt x="17364" y="32100"/>
                        <a:pt x="17603" y="36228"/>
                      </a:cubicBezTo>
                      <a:cubicBezTo>
                        <a:pt x="17842" y="40356"/>
                        <a:pt x="16477" y="44313"/>
                        <a:pt x="16170" y="47895"/>
                      </a:cubicBezTo>
                      <a:cubicBezTo>
                        <a:pt x="15863" y="51477"/>
                        <a:pt x="15146" y="54752"/>
                        <a:pt x="15760" y="57720"/>
                      </a:cubicBezTo>
                      <a:cubicBezTo>
                        <a:pt x="16374" y="60688"/>
                        <a:pt x="17910" y="62837"/>
                        <a:pt x="19854" y="65702"/>
                      </a:cubicBezTo>
                      <a:cubicBezTo>
                        <a:pt x="21799" y="68568"/>
                        <a:pt x="25926" y="72730"/>
                        <a:pt x="27427" y="74913"/>
                      </a:cubicBezTo>
                      <a:cubicBezTo>
                        <a:pt x="28928" y="77096"/>
                        <a:pt x="28553" y="76926"/>
                        <a:pt x="28860" y="78802"/>
                      </a:cubicBezTo>
                      <a:cubicBezTo>
                        <a:pt x="29167" y="80678"/>
                        <a:pt x="29201" y="84089"/>
                        <a:pt x="29269" y="86170"/>
                      </a:cubicBezTo>
                      <a:cubicBezTo>
                        <a:pt x="29337" y="88251"/>
                        <a:pt x="29269" y="90434"/>
                        <a:pt x="29269" y="91287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522" name="Google Shape;522;p40"/>
              <p:cNvSpPr/>
              <p:nvPr/>
            </p:nvSpPr>
            <p:spPr>
              <a:xfrm>
                <a:off x="8141075" y="4190775"/>
                <a:ext cx="1028500" cy="1043875"/>
              </a:xfrm>
              <a:custGeom>
                <a:rect b="b" l="l" r="r" t="t"/>
                <a:pathLst>
                  <a:path extrusionOk="0" h="41755" w="41140">
                    <a:moveTo>
                      <a:pt x="41140" y="0"/>
                    </a:moveTo>
                    <a:cubicBezTo>
                      <a:pt x="40151" y="512"/>
                      <a:pt x="36570" y="1877"/>
                      <a:pt x="35205" y="3071"/>
                    </a:cubicBezTo>
                    <a:cubicBezTo>
                      <a:pt x="33841" y="4265"/>
                      <a:pt x="33670" y="5697"/>
                      <a:pt x="32953" y="7164"/>
                    </a:cubicBezTo>
                    <a:cubicBezTo>
                      <a:pt x="32237" y="8631"/>
                      <a:pt x="32271" y="10644"/>
                      <a:pt x="30906" y="11872"/>
                    </a:cubicBezTo>
                    <a:cubicBezTo>
                      <a:pt x="29542" y="13100"/>
                      <a:pt x="26472" y="13783"/>
                      <a:pt x="24766" y="14533"/>
                    </a:cubicBezTo>
                    <a:cubicBezTo>
                      <a:pt x="23061" y="15284"/>
                      <a:pt x="21901" y="14704"/>
                      <a:pt x="20673" y="16375"/>
                    </a:cubicBezTo>
                    <a:cubicBezTo>
                      <a:pt x="19445" y="18047"/>
                      <a:pt x="18319" y="22788"/>
                      <a:pt x="17398" y="24562"/>
                    </a:cubicBezTo>
                    <a:cubicBezTo>
                      <a:pt x="16477" y="26336"/>
                      <a:pt x="16135" y="26370"/>
                      <a:pt x="15146" y="27018"/>
                    </a:cubicBezTo>
                    <a:cubicBezTo>
                      <a:pt x="14157" y="27666"/>
                      <a:pt x="12622" y="27496"/>
                      <a:pt x="11462" y="28451"/>
                    </a:cubicBezTo>
                    <a:cubicBezTo>
                      <a:pt x="10302" y="29406"/>
                      <a:pt x="9176" y="31146"/>
                      <a:pt x="8187" y="32749"/>
                    </a:cubicBezTo>
                    <a:cubicBezTo>
                      <a:pt x="7198" y="34352"/>
                      <a:pt x="6891" y="36570"/>
                      <a:pt x="5526" y="38071"/>
                    </a:cubicBezTo>
                    <a:cubicBezTo>
                      <a:pt x="4162" y="39572"/>
                      <a:pt x="921" y="41141"/>
                      <a:pt x="0" y="41755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523" name="Google Shape;523;p40"/>
            <p:cNvSpPr/>
            <p:nvPr/>
          </p:nvSpPr>
          <p:spPr>
            <a:xfrm rot="-2700000">
              <a:off x="7593875" y="4279503"/>
              <a:ext cx="1632635" cy="1094476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4" name="Google Shape;524;p40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25" name="Google Shape;525;p40"/>
          <p:cNvSpPr txBox="1"/>
          <p:nvPr>
            <p:ph idx="2" type="title"/>
          </p:nvPr>
        </p:nvSpPr>
        <p:spPr>
          <a:xfrm>
            <a:off x="5653637" y="1400025"/>
            <a:ext cx="2445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6" name="Google Shape;526;p40"/>
          <p:cNvSpPr txBox="1"/>
          <p:nvPr>
            <p:ph idx="3" type="title"/>
          </p:nvPr>
        </p:nvSpPr>
        <p:spPr>
          <a:xfrm>
            <a:off x="5653650" y="1855425"/>
            <a:ext cx="244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7" name="Google Shape;527;p40"/>
          <p:cNvSpPr txBox="1"/>
          <p:nvPr>
            <p:ph idx="4" type="title"/>
          </p:nvPr>
        </p:nvSpPr>
        <p:spPr>
          <a:xfrm>
            <a:off x="1968613" y="1400025"/>
            <a:ext cx="2445000" cy="53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8" name="Google Shape;528;p40"/>
          <p:cNvSpPr txBox="1"/>
          <p:nvPr>
            <p:ph idx="5" type="title"/>
          </p:nvPr>
        </p:nvSpPr>
        <p:spPr>
          <a:xfrm>
            <a:off x="1968613" y="1855425"/>
            <a:ext cx="2445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9" name="Google Shape;529;p40"/>
          <p:cNvSpPr txBox="1"/>
          <p:nvPr>
            <p:ph idx="6" type="title"/>
          </p:nvPr>
        </p:nvSpPr>
        <p:spPr>
          <a:xfrm>
            <a:off x="5653637" y="3571325"/>
            <a:ext cx="2445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0" name="Google Shape;530;p40"/>
          <p:cNvSpPr txBox="1"/>
          <p:nvPr>
            <p:ph idx="7" type="title"/>
          </p:nvPr>
        </p:nvSpPr>
        <p:spPr>
          <a:xfrm>
            <a:off x="5653650" y="4026725"/>
            <a:ext cx="244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1" name="Google Shape;531;p40"/>
          <p:cNvSpPr txBox="1"/>
          <p:nvPr>
            <p:ph idx="8" type="title"/>
          </p:nvPr>
        </p:nvSpPr>
        <p:spPr>
          <a:xfrm>
            <a:off x="5653637" y="2485675"/>
            <a:ext cx="2445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0"/>
          <p:cNvSpPr txBox="1"/>
          <p:nvPr>
            <p:ph idx="9" type="title"/>
          </p:nvPr>
        </p:nvSpPr>
        <p:spPr>
          <a:xfrm>
            <a:off x="5653650" y="2941075"/>
            <a:ext cx="244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3" name="Google Shape;533;p40"/>
          <p:cNvSpPr txBox="1"/>
          <p:nvPr>
            <p:ph idx="13" type="title"/>
          </p:nvPr>
        </p:nvSpPr>
        <p:spPr>
          <a:xfrm>
            <a:off x="1968613" y="2485675"/>
            <a:ext cx="2445000" cy="53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4" name="Google Shape;534;p40"/>
          <p:cNvSpPr txBox="1"/>
          <p:nvPr>
            <p:ph idx="14" type="title"/>
          </p:nvPr>
        </p:nvSpPr>
        <p:spPr>
          <a:xfrm>
            <a:off x="1968612" y="2941075"/>
            <a:ext cx="2445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35" name="Google Shape;535;p40"/>
          <p:cNvSpPr txBox="1"/>
          <p:nvPr>
            <p:ph idx="15" type="title"/>
          </p:nvPr>
        </p:nvSpPr>
        <p:spPr>
          <a:xfrm>
            <a:off x="1968613" y="3571325"/>
            <a:ext cx="2445000" cy="531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6" name="Google Shape;536;p40"/>
          <p:cNvSpPr txBox="1"/>
          <p:nvPr>
            <p:ph idx="16" type="title"/>
          </p:nvPr>
        </p:nvSpPr>
        <p:spPr>
          <a:xfrm>
            <a:off x="1968612" y="4026725"/>
            <a:ext cx="2445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_1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8" name="Google Shape;538;p41"/>
          <p:cNvGrpSpPr/>
          <p:nvPr/>
        </p:nvGrpSpPr>
        <p:grpSpPr>
          <a:xfrm flipH="1">
            <a:off x="-502683" y="-15376"/>
            <a:ext cx="10044109" cy="5498248"/>
            <a:chOff x="-779207" y="-15376"/>
            <a:chExt cx="10044109" cy="5498248"/>
          </a:xfrm>
        </p:grpSpPr>
        <p:grpSp>
          <p:nvGrpSpPr>
            <p:cNvPr id="539" name="Google Shape;539;p41"/>
            <p:cNvGrpSpPr/>
            <p:nvPr/>
          </p:nvGrpSpPr>
          <p:grpSpPr>
            <a:xfrm flipH="1" rot="10800000">
              <a:off x="-779207" y="-15376"/>
              <a:ext cx="9948782" cy="5498248"/>
              <a:chOff x="-779207" y="-263598"/>
              <a:chExt cx="9948782" cy="5498248"/>
            </a:xfrm>
          </p:grpSpPr>
          <p:sp>
            <p:nvSpPr>
              <p:cNvPr id="540" name="Google Shape;540;p41"/>
              <p:cNvSpPr/>
              <p:nvPr/>
            </p:nvSpPr>
            <p:spPr>
              <a:xfrm>
                <a:off x="8737575" y="4559200"/>
                <a:ext cx="150500" cy="660100"/>
              </a:xfrm>
              <a:custGeom>
                <a:rect b="b" l="l" r="r" t="t"/>
                <a:pathLst>
                  <a:path extrusionOk="0" h="26404" w="6020">
                    <a:moveTo>
                      <a:pt x="1520" y="0"/>
                    </a:moveTo>
                    <a:cubicBezTo>
                      <a:pt x="2236" y="1399"/>
                      <a:pt x="5272" y="5765"/>
                      <a:pt x="5818" y="8392"/>
                    </a:cubicBezTo>
                    <a:cubicBezTo>
                      <a:pt x="6364" y="11019"/>
                      <a:pt x="5716" y="13407"/>
                      <a:pt x="4795" y="15761"/>
                    </a:cubicBezTo>
                    <a:cubicBezTo>
                      <a:pt x="3874" y="18115"/>
                      <a:pt x="1008" y="20741"/>
                      <a:pt x="292" y="22515"/>
                    </a:cubicBezTo>
                    <a:cubicBezTo>
                      <a:pt x="-424" y="24289"/>
                      <a:pt x="463" y="25756"/>
                      <a:pt x="497" y="26404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541" name="Google Shape;541;p41"/>
              <p:cNvGrpSpPr/>
              <p:nvPr/>
            </p:nvGrpSpPr>
            <p:grpSpPr>
              <a:xfrm>
                <a:off x="-779207" y="-263598"/>
                <a:ext cx="1825739" cy="2574448"/>
                <a:chOff x="-779207" y="-263598"/>
                <a:chExt cx="1825739" cy="2574448"/>
              </a:xfrm>
            </p:grpSpPr>
            <p:sp>
              <p:nvSpPr>
                <p:cNvPr id="542" name="Google Shape;542;p41"/>
                <p:cNvSpPr/>
                <p:nvPr/>
              </p:nvSpPr>
              <p:spPr>
                <a:xfrm flipH="1" rot="6215825">
                  <a:off x="-1332382" y="663203"/>
                  <a:ext cx="2418346" cy="764899"/>
                </a:xfrm>
                <a:custGeom>
                  <a:rect b="b" l="l" r="r" t="t"/>
                  <a:pathLst>
                    <a:path extrusionOk="0" h="26830" w="74562">
                      <a:moveTo>
                        <a:pt x="60" y="25602"/>
                      </a:moveTo>
                      <a:cubicBezTo>
                        <a:pt x="60" y="24033"/>
                        <a:pt x="26" y="18848"/>
                        <a:pt x="60" y="16187"/>
                      </a:cubicBezTo>
                      <a:cubicBezTo>
                        <a:pt x="94" y="13526"/>
                        <a:pt x="-179" y="11377"/>
                        <a:pt x="264" y="9637"/>
                      </a:cubicBezTo>
                      <a:cubicBezTo>
                        <a:pt x="707" y="7897"/>
                        <a:pt x="1390" y="6840"/>
                        <a:pt x="2720" y="5748"/>
                      </a:cubicBezTo>
                      <a:cubicBezTo>
                        <a:pt x="4051" y="4657"/>
                        <a:pt x="5859" y="3566"/>
                        <a:pt x="8247" y="3088"/>
                      </a:cubicBezTo>
                      <a:cubicBezTo>
                        <a:pt x="10635" y="2611"/>
                        <a:pt x="14251" y="3395"/>
                        <a:pt x="17048" y="2883"/>
                      </a:cubicBezTo>
                      <a:cubicBezTo>
                        <a:pt x="19845" y="2371"/>
                        <a:pt x="21994" y="-51"/>
                        <a:pt x="25030" y="17"/>
                      </a:cubicBezTo>
                      <a:cubicBezTo>
                        <a:pt x="28066" y="85"/>
                        <a:pt x="32535" y="1893"/>
                        <a:pt x="35264" y="3292"/>
                      </a:cubicBezTo>
                      <a:cubicBezTo>
                        <a:pt x="37993" y="4691"/>
                        <a:pt x="38471" y="6874"/>
                        <a:pt x="41405" y="8409"/>
                      </a:cubicBezTo>
                      <a:cubicBezTo>
                        <a:pt x="44339" y="9944"/>
                        <a:pt x="49968" y="11241"/>
                        <a:pt x="52867" y="12503"/>
                      </a:cubicBezTo>
                      <a:cubicBezTo>
                        <a:pt x="55767" y="13765"/>
                        <a:pt x="56551" y="14140"/>
                        <a:pt x="58802" y="15982"/>
                      </a:cubicBezTo>
                      <a:cubicBezTo>
                        <a:pt x="61053" y="17824"/>
                        <a:pt x="63748" y="21747"/>
                        <a:pt x="66375" y="23555"/>
                      </a:cubicBezTo>
                      <a:cubicBezTo>
                        <a:pt x="69002" y="25363"/>
                        <a:pt x="73198" y="26284"/>
                        <a:pt x="74562" y="2683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43" name="Google Shape;543;p41"/>
                <p:cNvSpPr/>
                <p:nvPr/>
              </p:nvSpPr>
              <p:spPr>
                <a:xfrm flipH="1" rot="599859">
                  <a:off x="146609" y="-219537"/>
                  <a:ext cx="707199" cy="2282138"/>
                </a:xfrm>
                <a:custGeom>
                  <a:rect b="b" l="l" r="r" t="t"/>
                  <a:pathLst>
                    <a:path extrusionOk="0" h="91287" w="29337">
                      <a:moveTo>
                        <a:pt x="0" y="0"/>
                      </a:moveTo>
                      <a:cubicBezTo>
                        <a:pt x="1126" y="1160"/>
                        <a:pt x="4299" y="3104"/>
                        <a:pt x="6755" y="6959"/>
                      </a:cubicBezTo>
                      <a:cubicBezTo>
                        <a:pt x="9211" y="10814"/>
                        <a:pt x="12929" y="18251"/>
                        <a:pt x="14737" y="23129"/>
                      </a:cubicBezTo>
                      <a:cubicBezTo>
                        <a:pt x="16545" y="28007"/>
                        <a:pt x="17364" y="32100"/>
                        <a:pt x="17603" y="36228"/>
                      </a:cubicBezTo>
                      <a:cubicBezTo>
                        <a:pt x="17842" y="40356"/>
                        <a:pt x="16477" y="44313"/>
                        <a:pt x="16170" y="47895"/>
                      </a:cubicBezTo>
                      <a:cubicBezTo>
                        <a:pt x="15863" y="51477"/>
                        <a:pt x="15146" y="54752"/>
                        <a:pt x="15760" y="57720"/>
                      </a:cubicBezTo>
                      <a:cubicBezTo>
                        <a:pt x="16374" y="60688"/>
                        <a:pt x="17910" y="62837"/>
                        <a:pt x="19854" y="65702"/>
                      </a:cubicBezTo>
                      <a:cubicBezTo>
                        <a:pt x="21799" y="68568"/>
                        <a:pt x="25926" y="72730"/>
                        <a:pt x="27427" y="74913"/>
                      </a:cubicBezTo>
                      <a:cubicBezTo>
                        <a:pt x="28928" y="77096"/>
                        <a:pt x="28553" y="76926"/>
                        <a:pt x="28860" y="78802"/>
                      </a:cubicBezTo>
                      <a:cubicBezTo>
                        <a:pt x="29167" y="80678"/>
                        <a:pt x="29201" y="84089"/>
                        <a:pt x="29269" y="86170"/>
                      </a:cubicBezTo>
                      <a:cubicBezTo>
                        <a:pt x="29337" y="88251"/>
                        <a:pt x="29269" y="90434"/>
                        <a:pt x="29269" y="91287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544" name="Google Shape;544;p41"/>
              <p:cNvSpPr/>
              <p:nvPr/>
            </p:nvSpPr>
            <p:spPr>
              <a:xfrm>
                <a:off x="8141075" y="4190775"/>
                <a:ext cx="1028500" cy="1043875"/>
              </a:xfrm>
              <a:custGeom>
                <a:rect b="b" l="l" r="r" t="t"/>
                <a:pathLst>
                  <a:path extrusionOk="0" h="41755" w="41140">
                    <a:moveTo>
                      <a:pt x="41140" y="0"/>
                    </a:moveTo>
                    <a:cubicBezTo>
                      <a:pt x="40151" y="512"/>
                      <a:pt x="36570" y="1877"/>
                      <a:pt x="35205" y="3071"/>
                    </a:cubicBezTo>
                    <a:cubicBezTo>
                      <a:pt x="33841" y="4265"/>
                      <a:pt x="33670" y="5697"/>
                      <a:pt x="32953" y="7164"/>
                    </a:cubicBezTo>
                    <a:cubicBezTo>
                      <a:pt x="32237" y="8631"/>
                      <a:pt x="32271" y="10644"/>
                      <a:pt x="30906" y="11872"/>
                    </a:cubicBezTo>
                    <a:cubicBezTo>
                      <a:pt x="29542" y="13100"/>
                      <a:pt x="26472" y="13783"/>
                      <a:pt x="24766" y="14533"/>
                    </a:cubicBezTo>
                    <a:cubicBezTo>
                      <a:pt x="23061" y="15284"/>
                      <a:pt x="21901" y="14704"/>
                      <a:pt x="20673" y="16375"/>
                    </a:cubicBezTo>
                    <a:cubicBezTo>
                      <a:pt x="19445" y="18047"/>
                      <a:pt x="18319" y="22788"/>
                      <a:pt x="17398" y="24562"/>
                    </a:cubicBezTo>
                    <a:cubicBezTo>
                      <a:pt x="16477" y="26336"/>
                      <a:pt x="16135" y="26370"/>
                      <a:pt x="15146" y="27018"/>
                    </a:cubicBezTo>
                    <a:cubicBezTo>
                      <a:pt x="14157" y="27666"/>
                      <a:pt x="12622" y="27496"/>
                      <a:pt x="11462" y="28451"/>
                    </a:cubicBezTo>
                    <a:cubicBezTo>
                      <a:pt x="10302" y="29406"/>
                      <a:pt x="9176" y="31146"/>
                      <a:pt x="8187" y="32749"/>
                    </a:cubicBezTo>
                    <a:cubicBezTo>
                      <a:pt x="7198" y="34352"/>
                      <a:pt x="6891" y="36570"/>
                      <a:pt x="5526" y="38071"/>
                    </a:cubicBezTo>
                    <a:cubicBezTo>
                      <a:pt x="4162" y="39572"/>
                      <a:pt x="921" y="41141"/>
                      <a:pt x="0" y="41755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545" name="Google Shape;545;p41"/>
            <p:cNvSpPr/>
            <p:nvPr/>
          </p:nvSpPr>
          <p:spPr>
            <a:xfrm>
              <a:off x="7632425" y="4163972"/>
              <a:ext cx="1632477" cy="10945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46" name="Google Shape;546;p41"/>
          <p:cNvSpPr txBox="1"/>
          <p:nvPr>
            <p:ph type="title"/>
          </p:nvPr>
        </p:nvSpPr>
        <p:spPr>
          <a:xfrm>
            <a:off x="714538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47" name="Google Shape;547;p41"/>
          <p:cNvSpPr txBox="1"/>
          <p:nvPr>
            <p:ph idx="2" type="title"/>
          </p:nvPr>
        </p:nvSpPr>
        <p:spPr>
          <a:xfrm>
            <a:off x="4798572" y="1862723"/>
            <a:ext cx="24450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8" name="Google Shape;548;p41"/>
          <p:cNvSpPr txBox="1"/>
          <p:nvPr>
            <p:ph idx="3" type="title"/>
          </p:nvPr>
        </p:nvSpPr>
        <p:spPr>
          <a:xfrm>
            <a:off x="4812822" y="2318125"/>
            <a:ext cx="2416500" cy="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49" name="Google Shape;549;p41"/>
          <p:cNvSpPr txBox="1"/>
          <p:nvPr>
            <p:ph idx="4" type="title"/>
          </p:nvPr>
        </p:nvSpPr>
        <p:spPr>
          <a:xfrm>
            <a:off x="1900650" y="1862723"/>
            <a:ext cx="24165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0" name="Google Shape;550;p41"/>
          <p:cNvSpPr txBox="1"/>
          <p:nvPr>
            <p:ph idx="5" type="title"/>
          </p:nvPr>
        </p:nvSpPr>
        <p:spPr>
          <a:xfrm>
            <a:off x="1900650" y="2318125"/>
            <a:ext cx="2416500" cy="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51" name="Google Shape;551;p41"/>
          <p:cNvSpPr txBox="1"/>
          <p:nvPr>
            <p:ph idx="6" type="title"/>
          </p:nvPr>
        </p:nvSpPr>
        <p:spPr>
          <a:xfrm>
            <a:off x="3353172" y="3618323"/>
            <a:ext cx="24165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2" name="Google Shape;552;p41"/>
          <p:cNvSpPr txBox="1"/>
          <p:nvPr>
            <p:ph idx="7" type="title"/>
          </p:nvPr>
        </p:nvSpPr>
        <p:spPr>
          <a:xfrm>
            <a:off x="3353172" y="4073725"/>
            <a:ext cx="2416500" cy="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53" name="Google Shape;553;p41"/>
          <p:cNvSpPr txBox="1"/>
          <p:nvPr>
            <p:ph idx="8" type="title"/>
          </p:nvPr>
        </p:nvSpPr>
        <p:spPr>
          <a:xfrm>
            <a:off x="697147" y="3618323"/>
            <a:ext cx="24165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4" name="Google Shape;554;p41"/>
          <p:cNvSpPr txBox="1"/>
          <p:nvPr>
            <p:ph idx="9" type="title"/>
          </p:nvPr>
        </p:nvSpPr>
        <p:spPr>
          <a:xfrm>
            <a:off x="697147" y="4073725"/>
            <a:ext cx="2416500" cy="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55" name="Google Shape;555;p41"/>
          <p:cNvSpPr txBox="1"/>
          <p:nvPr>
            <p:ph idx="13" type="title"/>
          </p:nvPr>
        </p:nvSpPr>
        <p:spPr>
          <a:xfrm>
            <a:off x="5971879" y="3618323"/>
            <a:ext cx="24165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b="1" sz="19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6" name="Google Shape;556;p41"/>
          <p:cNvSpPr txBox="1"/>
          <p:nvPr>
            <p:ph idx="14" type="title"/>
          </p:nvPr>
        </p:nvSpPr>
        <p:spPr>
          <a:xfrm>
            <a:off x="5971879" y="4073725"/>
            <a:ext cx="2416500" cy="5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b="0" sz="1400"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6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8" name="Google Shape;558;p42"/>
          <p:cNvGrpSpPr/>
          <p:nvPr/>
        </p:nvGrpSpPr>
        <p:grpSpPr>
          <a:xfrm>
            <a:off x="-1408689" y="-1051988"/>
            <a:ext cx="11954968" cy="7456655"/>
            <a:chOff x="-1408689" y="-1051988"/>
            <a:chExt cx="11954968" cy="7456655"/>
          </a:xfrm>
        </p:grpSpPr>
        <p:grpSp>
          <p:nvGrpSpPr>
            <p:cNvPr id="559" name="Google Shape;559;p42"/>
            <p:cNvGrpSpPr/>
            <p:nvPr/>
          </p:nvGrpSpPr>
          <p:grpSpPr>
            <a:xfrm>
              <a:off x="-73800" y="-1051988"/>
              <a:ext cx="10620079" cy="6329294"/>
              <a:chOff x="-73800" y="-1051988"/>
              <a:chExt cx="10620079" cy="6329294"/>
            </a:xfrm>
          </p:grpSpPr>
          <p:sp>
            <p:nvSpPr>
              <p:cNvPr id="560" name="Google Shape;560;p42"/>
              <p:cNvSpPr/>
              <p:nvPr/>
            </p:nvSpPr>
            <p:spPr>
              <a:xfrm>
                <a:off x="-67650" y="657975"/>
                <a:ext cx="719475" cy="468875"/>
              </a:xfrm>
              <a:custGeom>
                <a:rect b="b" l="l" r="r" t="t"/>
                <a:pathLst>
                  <a:path extrusionOk="0" h="18755" w="28779">
                    <a:moveTo>
                      <a:pt x="28779" y="18694"/>
                    </a:moveTo>
                    <a:cubicBezTo>
                      <a:pt x="27098" y="18530"/>
                      <a:pt x="21523" y="19268"/>
                      <a:pt x="18694" y="17710"/>
                    </a:cubicBezTo>
                    <a:cubicBezTo>
                      <a:pt x="15865" y="16152"/>
                      <a:pt x="13652" y="11561"/>
                      <a:pt x="11807" y="9347"/>
                    </a:cubicBezTo>
                    <a:cubicBezTo>
                      <a:pt x="9962" y="7133"/>
                      <a:pt x="9593" y="5985"/>
                      <a:pt x="7625" y="4427"/>
                    </a:cubicBezTo>
                    <a:cubicBezTo>
                      <a:pt x="5657" y="2869"/>
                      <a:pt x="1271" y="738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61" name="Google Shape;561;p42"/>
              <p:cNvSpPr/>
              <p:nvPr/>
            </p:nvSpPr>
            <p:spPr>
              <a:xfrm>
                <a:off x="591385" y="-122975"/>
                <a:ext cx="233375" cy="780950"/>
              </a:xfrm>
              <a:custGeom>
                <a:rect b="b" l="l" r="r" t="t"/>
                <a:pathLst>
                  <a:path extrusionOk="0" h="31238" w="9335">
                    <a:moveTo>
                      <a:pt x="696" y="0"/>
                    </a:moveTo>
                    <a:cubicBezTo>
                      <a:pt x="2131" y="1681"/>
                      <a:pt x="9059" y="6764"/>
                      <a:pt x="9305" y="10084"/>
                    </a:cubicBezTo>
                    <a:cubicBezTo>
                      <a:pt x="9551" y="13405"/>
                      <a:pt x="3648" y="17258"/>
                      <a:pt x="2172" y="19923"/>
                    </a:cubicBezTo>
                    <a:cubicBezTo>
                      <a:pt x="696" y="22588"/>
                      <a:pt x="-739" y="24187"/>
                      <a:pt x="450" y="26073"/>
                    </a:cubicBezTo>
                    <a:cubicBezTo>
                      <a:pt x="1639" y="27959"/>
                      <a:pt x="7829" y="30377"/>
                      <a:pt x="9305" y="31238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62" name="Google Shape;562;p42"/>
              <p:cNvSpPr/>
              <p:nvPr/>
            </p:nvSpPr>
            <p:spPr>
              <a:xfrm>
                <a:off x="-49200" y="192420"/>
                <a:ext cx="842450" cy="1271100"/>
              </a:xfrm>
              <a:custGeom>
                <a:rect b="b" l="l" r="r" t="t"/>
                <a:pathLst>
                  <a:path extrusionOk="0" h="50844" w="33698">
                    <a:moveTo>
                      <a:pt x="0" y="50844"/>
                    </a:moveTo>
                    <a:cubicBezTo>
                      <a:pt x="738" y="48548"/>
                      <a:pt x="3567" y="41825"/>
                      <a:pt x="4428" y="37070"/>
                    </a:cubicBezTo>
                    <a:cubicBezTo>
                      <a:pt x="5289" y="32315"/>
                      <a:pt x="4756" y="26863"/>
                      <a:pt x="5166" y="22312"/>
                    </a:cubicBezTo>
                    <a:cubicBezTo>
                      <a:pt x="5576" y="17762"/>
                      <a:pt x="5534" y="13293"/>
                      <a:pt x="6887" y="9767"/>
                    </a:cubicBezTo>
                    <a:cubicBezTo>
                      <a:pt x="8240" y="6241"/>
                      <a:pt x="10700" y="2757"/>
                      <a:pt x="13283" y="1158"/>
                    </a:cubicBezTo>
                    <a:cubicBezTo>
                      <a:pt x="15866" y="-441"/>
                      <a:pt x="18982" y="133"/>
                      <a:pt x="22384" y="174"/>
                    </a:cubicBezTo>
                    <a:cubicBezTo>
                      <a:pt x="25787" y="215"/>
                      <a:pt x="31812" y="1199"/>
                      <a:pt x="33698" y="1404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63" name="Google Shape;563;p42"/>
              <p:cNvSpPr/>
              <p:nvPr/>
            </p:nvSpPr>
            <p:spPr>
              <a:xfrm>
                <a:off x="-73800" y="-249562"/>
                <a:ext cx="2084622" cy="3474345"/>
              </a:xfrm>
              <a:custGeom>
                <a:rect b="b" l="l" r="r" t="t"/>
                <a:pathLst>
                  <a:path extrusionOk="0" h="134054" w="80433">
                    <a:moveTo>
                      <a:pt x="0" y="134054"/>
                    </a:moveTo>
                    <a:cubicBezTo>
                      <a:pt x="1968" y="131553"/>
                      <a:pt x="9306" y="125609"/>
                      <a:pt x="11807" y="119050"/>
                    </a:cubicBezTo>
                    <a:cubicBezTo>
                      <a:pt x="14308" y="112491"/>
                      <a:pt x="13118" y="102570"/>
                      <a:pt x="15004" y="94699"/>
                    </a:cubicBezTo>
                    <a:cubicBezTo>
                      <a:pt x="16890" y="86828"/>
                      <a:pt x="20333" y="80925"/>
                      <a:pt x="23121" y="71824"/>
                    </a:cubicBezTo>
                    <a:cubicBezTo>
                      <a:pt x="25909" y="62723"/>
                      <a:pt x="28737" y="47636"/>
                      <a:pt x="31730" y="40093"/>
                    </a:cubicBezTo>
                    <a:cubicBezTo>
                      <a:pt x="34723" y="32550"/>
                      <a:pt x="34354" y="32304"/>
                      <a:pt x="41077" y="26565"/>
                    </a:cubicBezTo>
                    <a:cubicBezTo>
                      <a:pt x="47800" y="20826"/>
                      <a:pt x="65511" y="10085"/>
                      <a:pt x="72070" y="5657"/>
                    </a:cubicBezTo>
                    <a:cubicBezTo>
                      <a:pt x="78629" y="1230"/>
                      <a:pt x="79039" y="943"/>
                      <a:pt x="80433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64" name="Google Shape;564;p42"/>
              <p:cNvSpPr/>
              <p:nvPr/>
            </p:nvSpPr>
            <p:spPr>
              <a:xfrm flipH="1" rot="2497583">
                <a:off x="8493258" y="-659075"/>
                <a:ext cx="1766335" cy="1534592"/>
              </a:xfrm>
              <a:custGeom>
                <a:rect b="b" l="l" r="r" t="t"/>
                <a:pathLst>
                  <a:path extrusionOk="0" h="115315" w="132729">
                    <a:moveTo>
                      <a:pt x="61649" y="1"/>
                    </a:moveTo>
                    <a:cubicBezTo>
                      <a:pt x="60547" y="1"/>
                      <a:pt x="59412" y="29"/>
                      <a:pt x="58242" y="87"/>
                    </a:cubicBezTo>
                    <a:cubicBezTo>
                      <a:pt x="10841" y="2489"/>
                      <a:pt x="0" y="41317"/>
                      <a:pt x="17479" y="76308"/>
                    </a:cubicBezTo>
                    <a:cubicBezTo>
                      <a:pt x="26759" y="94935"/>
                      <a:pt x="61753" y="115314"/>
                      <a:pt x="85177" y="115314"/>
                    </a:cubicBezTo>
                    <a:cubicBezTo>
                      <a:pt x="85496" y="115314"/>
                      <a:pt x="85813" y="115311"/>
                      <a:pt x="86128" y="115303"/>
                    </a:cubicBezTo>
                    <a:cubicBezTo>
                      <a:pt x="97937" y="115003"/>
                      <a:pt x="122020" y="108665"/>
                      <a:pt x="126190" y="97791"/>
                    </a:cubicBezTo>
                    <a:cubicBezTo>
                      <a:pt x="132728" y="80712"/>
                      <a:pt x="113748" y="74407"/>
                      <a:pt x="108544" y="59730"/>
                    </a:cubicBezTo>
                    <a:cubicBezTo>
                      <a:pt x="98282" y="30918"/>
                      <a:pt x="97916" y="1"/>
                      <a:pt x="616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42"/>
              <p:cNvSpPr/>
              <p:nvPr/>
            </p:nvSpPr>
            <p:spPr>
              <a:xfrm>
                <a:off x="7681481" y="4063425"/>
                <a:ext cx="1547531" cy="1213880"/>
              </a:xfrm>
              <a:custGeom>
                <a:rect b="b" l="l" r="r" t="t"/>
                <a:pathLst>
                  <a:path extrusionOk="0" h="42061" w="53622">
                    <a:moveTo>
                      <a:pt x="53622" y="0"/>
                    </a:moveTo>
                    <a:cubicBezTo>
                      <a:pt x="52515" y="1517"/>
                      <a:pt x="49400" y="5453"/>
                      <a:pt x="46981" y="9101"/>
                    </a:cubicBezTo>
                    <a:cubicBezTo>
                      <a:pt x="44562" y="12750"/>
                      <a:pt x="41201" y="18734"/>
                      <a:pt x="39110" y="21891"/>
                    </a:cubicBezTo>
                    <a:cubicBezTo>
                      <a:pt x="37019" y="25048"/>
                      <a:pt x="36896" y="26237"/>
                      <a:pt x="34436" y="28041"/>
                    </a:cubicBezTo>
                    <a:cubicBezTo>
                      <a:pt x="31976" y="29845"/>
                      <a:pt x="28287" y="31320"/>
                      <a:pt x="24351" y="32714"/>
                    </a:cubicBezTo>
                    <a:cubicBezTo>
                      <a:pt x="20416" y="34108"/>
                      <a:pt x="14882" y="34846"/>
                      <a:pt x="10823" y="36404"/>
                    </a:cubicBezTo>
                    <a:cubicBezTo>
                      <a:pt x="6765" y="37962"/>
                      <a:pt x="1804" y="41118"/>
                      <a:pt x="0" y="42061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566" name="Google Shape;566;p42"/>
            <p:cNvSpPr/>
            <p:nvPr/>
          </p:nvSpPr>
          <p:spPr>
            <a:xfrm rot="2700000">
              <a:off x="-1158376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7" name="Google Shape;567;p42"/>
          <p:cNvSpPr txBox="1"/>
          <p:nvPr>
            <p:ph idx="1" type="subTitle"/>
          </p:nvPr>
        </p:nvSpPr>
        <p:spPr>
          <a:xfrm>
            <a:off x="1377125" y="2298500"/>
            <a:ext cx="2497500" cy="13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68" name="Google Shape;568;p42"/>
          <p:cNvGrpSpPr/>
          <p:nvPr/>
        </p:nvGrpSpPr>
        <p:grpSpPr>
          <a:xfrm>
            <a:off x="-1509775" y="-1051988"/>
            <a:ext cx="10720800" cy="8547429"/>
            <a:chOff x="-1509775" y="-1051988"/>
            <a:chExt cx="10720800" cy="8547429"/>
          </a:xfrm>
        </p:grpSpPr>
        <p:sp>
          <p:nvSpPr>
            <p:cNvPr id="569" name="Google Shape;569;p42"/>
            <p:cNvSpPr/>
            <p:nvPr/>
          </p:nvSpPr>
          <p:spPr>
            <a:xfrm rot="10800000">
              <a:off x="-1509775" y="4569225"/>
              <a:ext cx="4365049" cy="2926215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2"/>
            <p:cNvSpPr/>
            <p:nvPr/>
          </p:nvSpPr>
          <p:spPr>
            <a:xfrm>
              <a:off x="3223025" y="4848493"/>
              <a:ext cx="368875" cy="374250"/>
            </a:xfrm>
            <a:custGeom>
              <a:rect b="b" l="l" r="r" t="t"/>
              <a:pathLst>
                <a:path extrusionOk="0" h="14970" w="14755">
                  <a:moveTo>
                    <a:pt x="14746" y="0"/>
                  </a:moveTo>
                  <a:cubicBezTo>
                    <a:pt x="14709" y="410"/>
                    <a:pt x="14858" y="1453"/>
                    <a:pt x="14523" y="2458"/>
                  </a:cubicBezTo>
                  <a:cubicBezTo>
                    <a:pt x="14188" y="3464"/>
                    <a:pt x="13742" y="5102"/>
                    <a:pt x="12736" y="6033"/>
                  </a:cubicBezTo>
                  <a:cubicBezTo>
                    <a:pt x="11731" y="6964"/>
                    <a:pt x="9831" y="7337"/>
                    <a:pt x="8490" y="8044"/>
                  </a:cubicBezTo>
                  <a:cubicBezTo>
                    <a:pt x="7149" y="8752"/>
                    <a:pt x="5809" y="9422"/>
                    <a:pt x="4692" y="10278"/>
                  </a:cubicBezTo>
                  <a:cubicBezTo>
                    <a:pt x="3575" y="11135"/>
                    <a:pt x="2569" y="12401"/>
                    <a:pt x="1787" y="13183"/>
                  </a:cubicBezTo>
                  <a:cubicBezTo>
                    <a:pt x="1005" y="13965"/>
                    <a:pt x="298" y="14672"/>
                    <a:pt x="0" y="1497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1" name="Google Shape;571;p42"/>
            <p:cNvSpPr/>
            <p:nvPr/>
          </p:nvSpPr>
          <p:spPr>
            <a:xfrm>
              <a:off x="396586" y="4417229"/>
              <a:ext cx="955203" cy="737316"/>
            </a:xfrm>
            <a:custGeom>
              <a:rect b="b" l="l" r="r" t="t"/>
              <a:pathLst>
                <a:path extrusionOk="0" h="30386" w="37984">
                  <a:moveTo>
                    <a:pt x="0" y="0"/>
                  </a:moveTo>
                  <a:cubicBezTo>
                    <a:pt x="1341" y="1303"/>
                    <a:pt x="6219" y="5549"/>
                    <a:pt x="8044" y="7820"/>
                  </a:cubicBezTo>
                  <a:cubicBezTo>
                    <a:pt x="9869" y="10092"/>
                    <a:pt x="9460" y="12102"/>
                    <a:pt x="10949" y="13629"/>
                  </a:cubicBezTo>
                  <a:cubicBezTo>
                    <a:pt x="12439" y="15156"/>
                    <a:pt x="15082" y="16273"/>
                    <a:pt x="16981" y="16980"/>
                  </a:cubicBezTo>
                  <a:cubicBezTo>
                    <a:pt x="18880" y="17688"/>
                    <a:pt x="20184" y="17278"/>
                    <a:pt x="22344" y="17874"/>
                  </a:cubicBezTo>
                  <a:cubicBezTo>
                    <a:pt x="24504" y="18470"/>
                    <a:pt x="27966" y="19103"/>
                    <a:pt x="29940" y="20555"/>
                  </a:cubicBezTo>
                  <a:cubicBezTo>
                    <a:pt x="31914" y="22007"/>
                    <a:pt x="32845" y="24950"/>
                    <a:pt x="34186" y="26588"/>
                  </a:cubicBezTo>
                  <a:cubicBezTo>
                    <a:pt x="35527" y="28227"/>
                    <a:pt x="37351" y="29753"/>
                    <a:pt x="37984" y="30386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2" name="Google Shape;572;p42"/>
            <p:cNvSpPr/>
            <p:nvPr/>
          </p:nvSpPr>
          <p:spPr>
            <a:xfrm>
              <a:off x="245750" y="4358641"/>
              <a:ext cx="430125" cy="929975"/>
            </a:xfrm>
            <a:custGeom>
              <a:rect b="b" l="l" r="r" t="t"/>
              <a:pathLst>
                <a:path extrusionOk="0" h="37199" w="17205">
                  <a:moveTo>
                    <a:pt x="9385" y="379"/>
                  </a:moveTo>
                  <a:cubicBezTo>
                    <a:pt x="9385" y="342"/>
                    <a:pt x="9906" y="-283"/>
                    <a:pt x="9385" y="156"/>
                  </a:cubicBezTo>
                  <a:cubicBezTo>
                    <a:pt x="8864" y="595"/>
                    <a:pt x="7486" y="1942"/>
                    <a:pt x="6257" y="3014"/>
                  </a:cubicBezTo>
                  <a:cubicBezTo>
                    <a:pt x="5028" y="4086"/>
                    <a:pt x="3055" y="4690"/>
                    <a:pt x="2012" y="6589"/>
                  </a:cubicBezTo>
                  <a:cubicBezTo>
                    <a:pt x="969" y="8488"/>
                    <a:pt x="-36" y="11877"/>
                    <a:pt x="1" y="14409"/>
                  </a:cubicBezTo>
                  <a:cubicBezTo>
                    <a:pt x="38" y="16941"/>
                    <a:pt x="1267" y="19734"/>
                    <a:pt x="2235" y="21782"/>
                  </a:cubicBezTo>
                  <a:cubicBezTo>
                    <a:pt x="3203" y="23830"/>
                    <a:pt x="4097" y="24985"/>
                    <a:pt x="5810" y="26698"/>
                  </a:cubicBezTo>
                  <a:cubicBezTo>
                    <a:pt x="7523" y="28411"/>
                    <a:pt x="10614" y="30310"/>
                    <a:pt x="12513" y="32060"/>
                  </a:cubicBezTo>
                  <a:cubicBezTo>
                    <a:pt x="14412" y="33810"/>
                    <a:pt x="16423" y="36343"/>
                    <a:pt x="17205" y="37199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3" name="Google Shape;573;p42"/>
            <p:cNvSpPr/>
            <p:nvPr/>
          </p:nvSpPr>
          <p:spPr>
            <a:xfrm flipH="1" rot="2497583">
              <a:off x="-734542" y="-65907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2"/>
            <p:cNvSpPr/>
            <p:nvPr/>
          </p:nvSpPr>
          <p:spPr>
            <a:xfrm>
              <a:off x="-61450" y="4204956"/>
              <a:ext cx="1843725" cy="813300"/>
            </a:xfrm>
            <a:custGeom>
              <a:rect b="b" l="l" r="r" t="t"/>
              <a:pathLst>
                <a:path extrusionOk="0" h="32532" w="73749">
                  <a:moveTo>
                    <a:pt x="0" y="717"/>
                  </a:moveTo>
                  <a:cubicBezTo>
                    <a:pt x="1564" y="643"/>
                    <a:pt x="6144" y="-511"/>
                    <a:pt x="9384" y="271"/>
                  </a:cubicBezTo>
                  <a:cubicBezTo>
                    <a:pt x="12624" y="1053"/>
                    <a:pt x="16348" y="4256"/>
                    <a:pt x="19439" y="5410"/>
                  </a:cubicBezTo>
                  <a:cubicBezTo>
                    <a:pt x="22530" y="6564"/>
                    <a:pt x="25248" y="6117"/>
                    <a:pt x="27929" y="7197"/>
                  </a:cubicBezTo>
                  <a:cubicBezTo>
                    <a:pt x="30610" y="8277"/>
                    <a:pt x="32323" y="10958"/>
                    <a:pt x="35526" y="11889"/>
                  </a:cubicBezTo>
                  <a:cubicBezTo>
                    <a:pt x="38729" y="12820"/>
                    <a:pt x="43682" y="11517"/>
                    <a:pt x="47145" y="12783"/>
                  </a:cubicBezTo>
                  <a:cubicBezTo>
                    <a:pt x="50608" y="14049"/>
                    <a:pt x="53922" y="17810"/>
                    <a:pt x="56305" y="19486"/>
                  </a:cubicBezTo>
                  <a:cubicBezTo>
                    <a:pt x="58688" y="21162"/>
                    <a:pt x="59444" y="22206"/>
                    <a:pt x="61444" y="22837"/>
                  </a:cubicBezTo>
                  <a:cubicBezTo>
                    <a:pt x="63444" y="23469"/>
                    <a:pt x="66860" y="22611"/>
                    <a:pt x="68303" y="23275"/>
                  </a:cubicBezTo>
                  <a:cubicBezTo>
                    <a:pt x="69746" y="23939"/>
                    <a:pt x="69543" y="25777"/>
                    <a:pt x="70102" y="26819"/>
                  </a:cubicBezTo>
                  <a:cubicBezTo>
                    <a:pt x="70661" y="27861"/>
                    <a:pt x="71048" y="28577"/>
                    <a:pt x="71656" y="29529"/>
                  </a:cubicBezTo>
                  <a:cubicBezTo>
                    <a:pt x="72264" y="30481"/>
                    <a:pt x="73400" y="32032"/>
                    <a:pt x="73749" y="3253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5" name="Google Shape;575;p42"/>
            <p:cNvSpPr/>
            <p:nvPr/>
          </p:nvSpPr>
          <p:spPr>
            <a:xfrm>
              <a:off x="1768775" y="4748383"/>
              <a:ext cx="2610525" cy="485550"/>
            </a:xfrm>
            <a:custGeom>
              <a:rect b="b" l="l" r="r" t="t"/>
              <a:pathLst>
                <a:path extrusionOk="0" h="19422" w="104421">
                  <a:moveTo>
                    <a:pt x="0" y="10184"/>
                  </a:moveTo>
                  <a:cubicBezTo>
                    <a:pt x="1446" y="10563"/>
                    <a:pt x="5536" y="12481"/>
                    <a:pt x="8677" y="12457"/>
                  </a:cubicBezTo>
                  <a:cubicBezTo>
                    <a:pt x="11818" y="12433"/>
                    <a:pt x="15476" y="10292"/>
                    <a:pt x="18846" y="10038"/>
                  </a:cubicBezTo>
                  <a:cubicBezTo>
                    <a:pt x="22217" y="9784"/>
                    <a:pt x="26023" y="10613"/>
                    <a:pt x="28900" y="10931"/>
                  </a:cubicBezTo>
                  <a:cubicBezTo>
                    <a:pt x="31777" y="11250"/>
                    <a:pt x="33953" y="12167"/>
                    <a:pt x="36110" y="11949"/>
                  </a:cubicBezTo>
                  <a:cubicBezTo>
                    <a:pt x="38267" y="11731"/>
                    <a:pt x="39141" y="10740"/>
                    <a:pt x="41841" y="9621"/>
                  </a:cubicBezTo>
                  <a:cubicBezTo>
                    <a:pt x="44542" y="8502"/>
                    <a:pt x="49481" y="6389"/>
                    <a:pt x="52313" y="5234"/>
                  </a:cubicBezTo>
                  <a:cubicBezTo>
                    <a:pt x="55145" y="4079"/>
                    <a:pt x="56176" y="2925"/>
                    <a:pt x="58834" y="2691"/>
                  </a:cubicBezTo>
                  <a:cubicBezTo>
                    <a:pt x="61492" y="2458"/>
                    <a:pt x="65382" y="3767"/>
                    <a:pt x="68263" y="3833"/>
                  </a:cubicBezTo>
                  <a:cubicBezTo>
                    <a:pt x="71144" y="3899"/>
                    <a:pt x="73960" y="3726"/>
                    <a:pt x="76120" y="3088"/>
                  </a:cubicBezTo>
                  <a:cubicBezTo>
                    <a:pt x="78280" y="2450"/>
                    <a:pt x="78288" y="-124"/>
                    <a:pt x="81222" y="5"/>
                  </a:cubicBezTo>
                  <a:cubicBezTo>
                    <a:pt x="84156" y="134"/>
                    <a:pt x="89856" y="627"/>
                    <a:pt x="93722" y="3863"/>
                  </a:cubicBezTo>
                  <a:cubicBezTo>
                    <a:pt x="97589" y="7099"/>
                    <a:pt x="102638" y="16829"/>
                    <a:pt x="104421" y="1942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576" name="Google Shape;576;p42"/>
            <p:cNvSpPr/>
            <p:nvPr/>
          </p:nvSpPr>
          <p:spPr>
            <a:xfrm>
              <a:off x="1066900" y="5010493"/>
              <a:ext cx="709400" cy="262525"/>
            </a:xfrm>
            <a:custGeom>
              <a:rect b="b" l="l" r="r" t="t"/>
              <a:pathLst>
                <a:path extrusionOk="0" h="10501" w="28376">
                  <a:moveTo>
                    <a:pt x="28376" y="0"/>
                  </a:moveTo>
                  <a:cubicBezTo>
                    <a:pt x="27706" y="447"/>
                    <a:pt x="25993" y="2197"/>
                    <a:pt x="24354" y="2681"/>
                  </a:cubicBezTo>
                  <a:cubicBezTo>
                    <a:pt x="22716" y="3165"/>
                    <a:pt x="20817" y="2830"/>
                    <a:pt x="18545" y="2904"/>
                  </a:cubicBezTo>
                  <a:cubicBezTo>
                    <a:pt x="16274" y="2979"/>
                    <a:pt x="12401" y="2830"/>
                    <a:pt x="10725" y="3128"/>
                  </a:cubicBezTo>
                  <a:cubicBezTo>
                    <a:pt x="9049" y="3426"/>
                    <a:pt x="9682" y="4134"/>
                    <a:pt x="8490" y="4692"/>
                  </a:cubicBezTo>
                  <a:cubicBezTo>
                    <a:pt x="7298" y="5251"/>
                    <a:pt x="4990" y="5511"/>
                    <a:pt x="3575" y="6479"/>
                  </a:cubicBezTo>
                  <a:cubicBezTo>
                    <a:pt x="2160" y="7447"/>
                    <a:pt x="596" y="9831"/>
                    <a:pt x="0" y="105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577" name="Google Shape;577;p42"/>
            <p:cNvGrpSpPr/>
            <p:nvPr/>
          </p:nvGrpSpPr>
          <p:grpSpPr>
            <a:xfrm>
              <a:off x="6570175" y="-56275"/>
              <a:ext cx="2640850" cy="676300"/>
              <a:chOff x="6570175" y="-56275"/>
              <a:chExt cx="2640850" cy="676300"/>
            </a:xfrm>
          </p:grpSpPr>
          <p:sp>
            <p:nvSpPr>
              <p:cNvPr id="578" name="Google Shape;578;p42"/>
              <p:cNvSpPr/>
              <p:nvPr/>
            </p:nvSpPr>
            <p:spPr>
              <a:xfrm>
                <a:off x="7900575" y="-25600"/>
                <a:ext cx="317250" cy="240500"/>
              </a:xfrm>
              <a:custGeom>
                <a:rect b="b" l="l" r="r" t="t"/>
                <a:pathLst>
                  <a:path extrusionOk="0" h="9620" w="12690">
                    <a:moveTo>
                      <a:pt x="0" y="9620"/>
                    </a:moveTo>
                    <a:cubicBezTo>
                      <a:pt x="853" y="9415"/>
                      <a:pt x="3480" y="9040"/>
                      <a:pt x="5117" y="8392"/>
                    </a:cubicBezTo>
                    <a:cubicBezTo>
                      <a:pt x="6754" y="7744"/>
                      <a:pt x="9005" y="6686"/>
                      <a:pt x="9824" y="5731"/>
                    </a:cubicBezTo>
                    <a:cubicBezTo>
                      <a:pt x="10643" y="4776"/>
                      <a:pt x="9551" y="3616"/>
                      <a:pt x="10029" y="2661"/>
                    </a:cubicBezTo>
                    <a:cubicBezTo>
                      <a:pt x="10507" y="1706"/>
                      <a:pt x="12247" y="444"/>
                      <a:pt x="1269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79" name="Google Shape;579;p42"/>
              <p:cNvSpPr/>
              <p:nvPr/>
            </p:nvSpPr>
            <p:spPr>
              <a:xfrm>
                <a:off x="8843507" y="368825"/>
                <a:ext cx="317249" cy="92100"/>
              </a:xfrm>
              <a:custGeom>
                <a:rect b="b" l="l" r="r" t="t"/>
                <a:pathLst>
                  <a:path extrusionOk="0" h="3684" w="10030">
                    <a:moveTo>
                      <a:pt x="0" y="3684"/>
                    </a:moveTo>
                    <a:cubicBezTo>
                      <a:pt x="1024" y="3445"/>
                      <a:pt x="4640" y="2558"/>
                      <a:pt x="6141" y="2251"/>
                    </a:cubicBezTo>
                    <a:cubicBezTo>
                      <a:pt x="7642" y="1944"/>
                      <a:pt x="8358" y="2217"/>
                      <a:pt x="9006" y="1842"/>
                    </a:cubicBezTo>
                    <a:cubicBezTo>
                      <a:pt x="9654" y="1467"/>
                      <a:pt x="9859" y="307"/>
                      <a:pt x="1003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80" name="Google Shape;580;p42"/>
              <p:cNvSpPr/>
              <p:nvPr/>
            </p:nvSpPr>
            <p:spPr>
              <a:xfrm>
                <a:off x="6570175" y="-56275"/>
                <a:ext cx="2640850" cy="676300"/>
              </a:xfrm>
              <a:custGeom>
                <a:rect b="b" l="l" r="r" t="t"/>
                <a:pathLst>
                  <a:path extrusionOk="0" h="27052" w="105634">
                    <a:moveTo>
                      <a:pt x="0" y="0"/>
                    </a:moveTo>
                    <a:cubicBezTo>
                      <a:pt x="2831" y="1058"/>
                      <a:pt x="12349" y="5288"/>
                      <a:pt x="16988" y="6345"/>
                    </a:cubicBezTo>
                    <a:cubicBezTo>
                      <a:pt x="21627" y="7403"/>
                      <a:pt x="23777" y="6209"/>
                      <a:pt x="27836" y="6345"/>
                    </a:cubicBezTo>
                    <a:cubicBezTo>
                      <a:pt x="31896" y="6481"/>
                      <a:pt x="37524" y="6617"/>
                      <a:pt x="41345" y="7163"/>
                    </a:cubicBezTo>
                    <a:cubicBezTo>
                      <a:pt x="45166" y="7709"/>
                      <a:pt x="47792" y="8596"/>
                      <a:pt x="50760" y="9619"/>
                    </a:cubicBezTo>
                    <a:cubicBezTo>
                      <a:pt x="53728" y="10643"/>
                      <a:pt x="55263" y="12451"/>
                      <a:pt x="59152" y="13304"/>
                    </a:cubicBezTo>
                    <a:cubicBezTo>
                      <a:pt x="63041" y="14157"/>
                      <a:pt x="69147" y="13952"/>
                      <a:pt x="74093" y="14736"/>
                    </a:cubicBezTo>
                    <a:cubicBezTo>
                      <a:pt x="79039" y="15521"/>
                      <a:pt x="85212" y="16107"/>
                      <a:pt x="88830" y="18011"/>
                    </a:cubicBezTo>
                    <a:cubicBezTo>
                      <a:pt x="92448" y="19915"/>
                      <a:pt x="93635" y="25024"/>
                      <a:pt x="95803" y="26158"/>
                    </a:cubicBezTo>
                    <a:cubicBezTo>
                      <a:pt x="97971" y="27293"/>
                      <a:pt x="100198" y="24669"/>
                      <a:pt x="101836" y="24818"/>
                    </a:cubicBezTo>
                    <a:cubicBezTo>
                      <a:pt x="103475" y="24967"/>
                      <a:pt x="105001" y="26680"/>
                      <a:pt x="105634" y="27052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  <p:sp>
        <p:nvSpPr>
          <p:cNvPr id="581" name="Google Shape;581;p42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6_2"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" name="Google Shape;583;p43"/>
          <p:cNvGrpSpPr/>
          <p:nvPr/>
        </p:nvGrpSpPr>
        <p:grpSpPr>
          <a:xfrm>
            <a:off x="-873700" y="-89375"/>
            <a:ext cx="11493767" cy="6494042"/>
            <a:chOff x="-873700" y="-89375"/>
            <a:chExt cx="11493767" cy="6494042"/>
          </a:xfrm>
        </p:grpSpPr>
        <p:sp>
          <p:nvSpPr>
            <p:cNvPr id="584" name="Google Shape;584;p43"/>
            <p:cNvSpPr/>
            <p:nvPr/>
          </p:nvSpPr>
          <p:spPr>
            <a:xfrm rot="2700000">
              <a:off x="8136424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85" name="Google Shape;585;p43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586" name="Google Shape;586;p43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587" name="Google Shape;587;p43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588" name="Google Shape;588;p43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89" name="Google Shape;589;p43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0" name="Google Shape;590;p43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591" name="Google Shape;591;p43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592" name="Google Shape;592;p43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93" name="Google Shape;593;p43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94" name="Google Shape;594;p43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595" name="Google Shape;595;p43"/>
            <p:cNvSpPr/>
            <p:nvPr/>
          </p:nvSpPr>
          <p:spPr>
            <a:xfrm>
              <a:off x="-873700" y="4472197"/>
              <a:ext cx="1632477" cy="10945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6" name="Google Shape;596;p43"/>
          <p:cNvSpPr txBox="1"/>
          <p:nvPr>
            <p:ph type="title"/>
          </p:nvPr>
        </p:nvSpPr>
        <p:spPr>
          <a:xfrm>
            <a:off x="758850" y="5577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97" name="Google Shape;597;p43"/>
          <p:cNvSpPr txBox="1"/>
          <p:nvPr>
            <p:ph idx="1" type="subTitle"/>
          </p:nvPr>
        </p:nvSpPr>
        <p:spPr>
          <a:xfrm>
            <a:off x="5254850" y="2255625"/>
            <a:ext cx="2497500" cy="13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6_2_1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4"/>
          <p:cNvSpPr txBox="1"/>
          <p:nvPr>
            <p:ph type="title"/>
          </p:nvPr>
        </p:nvSpPr>
        <p:spPr>
          <a:xfrm>
            <a:off x="3673450" y="1890450"/>
            <a:ext cx="4364100" cy="111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8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0" name="Google Shape;600;p44"/>
          <p:cNvSpPr txBox="1"/>
          <p:nvPr>
            <p:ph idx="1" type="subTitle"/>
          </p:nvPr>
        </p:nvSpPr>
        <p:spPr>
          <a:xfrm>
            <a:off x="3673450" y="3070050"/>
            <a:ext cx="3850500" cy="6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6_2_2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5"/>
          <p:cNvSpPr txBox="1"/>
          <p:nvPr>
            <p:ph type="title"/>
          </p:nvPr>
        </p:nvSpPr>
        <p:spPr>
          <a:xfrm>
            <a:off x="2218950" y="2237863"/>
            <a:ext cx="4706100" cy="116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96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03" name="Google Shape;603;p45"/>
          <p:cNvSpPr txBox="1"/>
          <p:nvPr>
            <p:ph idx="1" type="subTitle"/>
          </p:nvPr>
        </p:nvSpPr>
        <p:spPr>
          <a:xfrm>
            <a:off x="2634600" y="3481738"/>
            <a:ext cx="3874800" cy="66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04" name="Google Shape;604;p45"/>
          <p:cNvGrpSpPr/>
          <p:nvPr/>
        </p:nvGrpSpPr>
        <p:grpSpPr>
          <a:xfrm>
            <a:off x="-873700" y="-89375"/>
            <a:ext cx="11493767" cy="6494042"/>
            <a:chOff x="-873700" y="-89375"/>
            <a:chExt cx="11493767" cy="6494042"/>
          </a:xfrm>
        </p:grpSpPr>
        <p:sp>
          <p:nvSpPr>
            <p:cNvPr id="605" name="Google Shape;605;p45"/>
            <p:cNvSpPr/>
            <p:nvPr/>
          </p:nvSpPr>
          <p:spPr>
            <a:xfrm rot="2700000">
              <a:off x="8136424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06" name="Google Shape;606;p45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607" name="Google Shape;607;p45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608" name="Google Shape;608;p45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609" name="Google Shape;609;p45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10" name="Google Shape;610;p45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11" name="Google Shape;611;p45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12" name="Google Shape;612;p45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613" name="Google Shape;613;p45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4" name="Google Shape;614;p45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15" name="Google Shape;615;p45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616" name="Google Shape;616;p45"/>
            <p:cNvSpPr/>
            <p:nvPr/>
          </p:nvSpPr>
          <p:spPr>
            <a:xfrm>
              <a:off x="-873700" y="4472197"/>
              <a:ext cx="1632477" cy="10945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6_1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8" name="Google Shape;618;p46"/>
          <p:cNvGrpSpPr/>
          <p:nvPr/>
        </p:nvGrpSpPr>
        <p:grpSpPr>
          <a:xfrm>
            <a:off x="-873700" y="-89375"/>
            <a:ext cx="11493767" cy="6494042"/>
            <a:chOff x="-873700" y="-89375"/>
            <a:chExt cx="11493767" cy="6494042"/>
          </a:xfrm>
        </p:grpSpPr>
        <p:sp>
          <p:nvSpPr>
            <p:cNvPr id="619" name="Google Shape;619;p46"/>
            <p:cNvSpPr/>
            <p:nvPr/>
          </p:nvSpPr>
          <p:spPr>
            <a:xfrm rot="2700000">
              <a:off x="8136424" y="4221155"/>
              <a:ext cx="2233329" cy="1633068"/>
            </a:xfrm>
            <a:custGeom>
              <a:rect b="b" l="l" r="r" t="t"/>
              <a:pathLst>
                <a:path extrusionOk="0" h="108862" w="148876">
                  <a:moveTo>
                    <a:pt x="42091" y="1"/>
                  </a:moveTo>
                  <a:cubicBezTo>
                    <a:pt x="28230" y="1"/>
                    <a:pt x="16323" y="8309"/>
                    <a:pt x="12037" y="21745"/>
                  </a:cubicBezTo>
                  <a:cubicBezTo>
                    <a:pt x="0" y="59476"/>
                    <a:pt x="36183" y="100743"/>
                    <a:pt x="67889" y="107600"/>
                  </a:cubicBezTo>
                  <a:cubicBezTo>
                    <a:pt x="71823" y="108451"/>
                    <a:pt x="75677" y="108862"/>
                    <a:pt x="79437" y="108862"/>
                  </a:cubicBezTo>
                  <a:cubicBezTo>
                    <a:pt x="105997" y="108862"/>
                    <a:pt x="127810" y="88368"/>
                    <a:pt x="138970" y="57642"/>
                  </a:cubicBezTo>
                  <a:cubicBezTo>
                    <a:pt x="148875" y="30335"/>
                    <a:pt x="138236" y="18323"/>
                    <a:pt x="122648" y="18323"/>
                  </a:cubicBezTo>
                  <a:cubicBezTo>
                    <a:pt x="118206" y="18323"/>
                    <a:pt x="113362" y="19299"/>
                    <a:pt x="108478" y="21173"/>
                  </a:cubicBezTo>
                  <a:cubicBezTo>
                    <a:pt x="103817" y="22962"/>
                    <a:pt x="99886" y="23732"/>
                    <a:pt x="96391" y="23732"/>
                  </a:cubicBezTo>
                  <a:cubicBezTo>
                    <a:pt x="83370" y="23732"/>
                    <a:pt x="76389" y="13053"/>
                    <a:pt x="60150" y="4624"/>
                  </a:cubicBezTo>
                  <a:cubicBezTo>
                    <a:pt x="54066" y="1463"/>
                    <a:pt x="47906" y="1"/>
                    <a:pt x="42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20" name="Google Shape;620;p46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621" name="Google Shape;621;p46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622" name="Google Shape;622;p46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623" name="Google Shape;623;p46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24" name="Google Shape;624;p46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25" name="Google Shape;625;p46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26" name="Google Shape;626;p46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627" name="Google Shape;627;p46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28" name="Google Shape;628;p46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29" name="Google Shape;629;p46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630" name="Google Shape;630;p46"/>
            <p:cNvSpPr/>
            <p:nvPr/>
          </p:nvSpPr>
          <p:spPr>
            <a:xfrm>
              <a:off x="-873700" y="4472197"/>
              <a:ext cx="1632477" cy="1094552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1" name="Google Shape;631;p46"/>
          <p:cNvSpPr txBox="1"/>
          <p:nvPr>
            <p:ph type="title"/>
          </p:nvPr>
        </p:nvSpPr>
        <p:spPr>
          <a:xfrm>
            <a:off x="758775" y="555363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32" name="Google Shape;632;p46"/>
          <p:cNvSpPr txBox="1"/>
          <p:nvPr>
            <p:ph idx="1" type="subTitle"/>
          </p:nvPr>
        </p:nvSpPr>
        <p:spPr>
          <a:xfrm>
            <a:off x="1215975" y="1428275"/>
            <a:ext cx="3606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3" name="Google Shape;633;p46"/>
          <p:cNvSpPr txBox="1"/>
          <p:nvPr>
            <p:ph idx="2" type="title"/>
          </p:nvPr>
        </p:nvSpPr>
        <p:spPr>
          <a:xfrm>
            <a:off x="1215975" y="1002148"/>
            <a:ext cx="23328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4" name="Google Shape;634;p46"/>
          <p:cNvSpPr txBox="1"/>
          <p:nvPr>
            <p:ph idx="3" type="subTitle"/>
          </p:nvPr>
        </p:nvSpPr>
        <p:spPr>
          <a:xfrm>
            <a:off x="1215975" y="2995600"/>
            <a:ext cx="3606300" cy="16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5" name="Google Shape;635;p46"/>
          <p:cNvSpPr txBox="1"/>
          <p:nvPr>
            <p:ph idx="4" type="title"/>
          </p:nvPr>
        </p:nvSpPr>
        <p:spPr>
          <a:xfrm>
            <a:off x="1215975" y="2569473"/>
            <a:ext cx="23328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6" name="Google Shape;636;p46"/>
          <p:cNvSpPr txBox="1"/>
          <p:nvPr>
            <p:ph idx="5" type="subTitle"/>
          </p:nvPr>
        </p:nvSpPr>
        <p:spPr>
          <a:xfrm>
            <a:off x="5219700" y="3779223"/>
            <a:ext cx="3317700" cy="8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7" name="Google Shape;637;p46"/>
          <p:cNvSpPr txBox="1"/>
          <p:nvPr>
            <p:ph idx="6" type="title"/>
          </p:nvPr>
        </p:nvSpPr>
        <p:spPr>
          <a:xfrm>
            <a:off x="5219700" y="3353098"/>
            <a:ext cx="23328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38" name="Google Shape;638;p46"/>
          <p:cNvSpPr txBox="1"/>
          <p:nvPr>
            <p:ph idx="7" type="subTitle"/>
          </p:nvPr>
        </p:nvSpPr>
        <p:spPr>
          <a:xfrm>
            <a:off x="5219700" y="1428273"/>
            <a:ext cx="3317700" cy="186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9" name="Google Shape;639;p46"/>
          <p:cNvSpPr txBox="1"/>
          <p:nvPr>
            <p:ph idx="8" type="title"/>
          </p:nvPr>
        </p:nvSpPr>
        <p:spPr>
          <a:xfrm>
            <a:off x="5219700" y="1002148"/>
            <a:ext cx="2332800" cy="5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000"/>
              <a:buNone/>
              <a:defRPr b="1" sz="1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5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1" name="Google Shape;641;p47"/>
          <p:cNvGrpSpPr/>
          <p:nvPr/>
        </p:nvGrpSpPr>
        <p:grpSpPr>
          <a:xfrm>
            <a:off x="-2252073" y="-166025"/>
            <a:ext cx="12575870" cy="5386862"/>
            <a:chOff x="-2252073" y="-166025"/>
            <a:chExt cx="12575870" cy="5386862"/>
          </a:xfrm>
        </p:grpSpPr>
        <p:sp>
          <p:nvSpPr>
            <p:cNvPr id="642" name="Google Shape;642;p47"/>
            <p:cNvSpPr/>
            <p:nvPr/>
          </p:nvSpPr>
          <p:spPr>
            <a:xfrm flipH="1" rot="993073">
              <a:off x="8559736" y="1460242"/>
              <a:ext cx="1599286" cy="1389460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47"/>
            <p:cNvSpPr/>
            <p:nvPr/>
          </p:nvSpPr>
          <p:spPr>
            <a:xfrm>
              <a:off x="7920300" y="135212"/>
              <a:ext cx="1242150" cy="916325"/>
            </a:xfrm>
            <a:custGeom>
              <a:rect b="b" l="l" r="r" t="t"/>
              <a:pathLst>
                <a:path extrusionOk="0" h="36653" w="49686">
                  <a:moveTo>
                    <a:pt x="0" y="10826"/>
                  </a:moveTo>
                  <a:cubicBezTo>
                    <a:pt x="2337" y="10949"/>
                    <a:pt x="10331" y="12548"/>
                    <a:pt x="14020" y="11564"/>
                  </a:cubicBezTo>
                  <a:cubicBezTo>
                    <a:pt x="17710" y="10580"/>
                    <a:pt x="19677" y="6809"/>
                    <a:pt x="22137" y="4923"/>
                  </a:cubicBezTo>
                  <a:cubicBezTo>
                    <a:pt x="24597" y="3037"/>
                    <a:pt x="26113" y="823"/>
                    <a:pt x="28778" y="249"/>
                  </a:cubicBezTo>
                  <a:cubicBezTo>
                    <a:pt x="31443" y="-325"/>
                    <a:pt x="35583" y="167"/>
                    <a:pt x="38125" y="1479"/>
                  </a:cubicBezTo>
                  <a:cubicBezTo>
                    <a:pt x="40667" y="2791"/>
                    <a:pt x="42758" y="3980"/>
                    <a:pt x="44029" y="8120"/>
                  </a:cubicBezTo>
                  <a:cubicBezTo>
                    <a:pt x="45300" y="12261"/>
                    <a:pt x="45299" y="21977"/>
                    <a:pt x="45750" y="26322"/>
                  </a:cubicBezTo>
                  <a:cubicBezTo>
                    <a:pt x="46201" y="30668"/>
                    <a:pt x="46078" y="32471"/>
                    <a:pt x="46734" y="34193"/>
                  </a:cubicBezTo>
                  <a:cubicBezTo>
                    <a:pt x="47390" y="35915"/>
                    <a:pt x="49194" y="36243"/>
                    <a:pt x="49686" y="36653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4" name="Google Shape;644;p47"/>
            <p:cNvSpPr/>
            <p:nvPr/>
          </p:nvSpPr>
          <p:spPr>
            <a:xfrm>
              <a:off x="1192975" y="3775675"/>
              <a:ext cx="141425" cy="461200"/>
            </a:xfrm>
            <a:custGeom>
              <a:rect b="b" l="l" r="r" t="t"/>
              <a:pathLst>
                <a:path extrusionOk="0" h="18448" w="5657">
                  <a:moveTo>
                    <a:pt x="0" y="18448"/>
                  </a:moveTo>
                  <a:cubicBezTo>
                    <a:pt x="287" y="17833"/>
                    <a:pt x="1434" y="16275"/>
                    <a:pt x="1721" y="14758"/>
                  </a:cubicBezTo>
                  <a:cubicBezTo>
                    <a:pt x="2008" y="13241"/>
                    <a:pt x="1270" y="11028"/>
                    <a:pt x="1721" y="9347"/>
                  </a:cubicBezTo>
                  <a:cubicBezTo>
                    <a:pt x="2172" y="7666"/>
                    <a:pt x="3771" y="6231"/>
                    <a:pt x="4427" y="4673"/>
                  </a:cubicBezTo>
                  <a:cubicBezTo>
                    <a:pt x="5083" y="3115"/>
                    <a:pt x="5452" y="779"/>
                    <a:pt x="5657" y="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5" name="Google Shape;645;p47"/>
            <p:cNvSpPr/>
            <p:nvPr/>
          </p:nvSpPr>
          <p:spPr>
            <a:xfrm flipH="1">
              <a:off x="-2252073" y="1261236"/>
              <a:ext cx="3975897" cy="3454261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47"/>
            <p:cNvSpPr/>
            <p:nvPr/>
          </p:nvSpPr>
          <p:spPr>
            <a:xfrm>
              <a:off x="-36900" y="2490475"/>
              <a:ext cx="412125" cy="2459700"/>
            </a:xfrm>
            <a:custGeom>
              <a:rect b="b" l="l" r="r" t="t"/>
              <a:pathLst>
                <a:path extrusionOk="0" h="98388" w="16485">
                  <a:moveTo>
                    <a:pt x="15004" y="0"/>
                  </a:moveTo>
                  <a:cubicBezTo>
                    <a:pt x="13938" y="1107"/>
                    <a:pt x="9347" y="3198"/>
                    <a:pt x="8609" y="6641"/>
                  </a:cubicBezTo>
                  <a:cubicBezTo>
                    <a:pt x="7871" y="10085"/>
                    <a:pt x="9429" y="16931"/>
                    <a:pt x="10577" y="20661"/>
                  </a:cubicBezTo>
                  <a:cubicBezTo>
                    <a:pt x="11725" y="24392"/>
                    <a:pt x="14594" y="25580"/>
                    <a:pt x="15496" y="29024"/>
                  </a:cubicBezTo>
                  <a:cubicBezTo>
                    <a:pt x="16398" y="32468"/>
                    <a:pt x="16890" y="38043"/>
                    <a:pt x="15988" y="41323"/>
                  </a:cubicBezTo>
                  <a:cubicBezTo>
                    <a:pt x="15086" y="44603"/>
                    <a:pt x="11971" y="46201"/>
                    <a:pt x="10085" y="48702"/>
                  </a:cubicBezTo>
                  <a:cubicBezTo>
                    <a:pt x="8199" y="51203"/>
                    <a:pt x="5740" y="54154"/>
                    <a:pt x="4674" y="56327"/>
                  </a:cubicBezTo>
                  <a:cubicBezTo>
                    <a:pt x="3608" y="58500"/>
                    <a:pt x="3813" y="59852"/>
                    <a:pt x="3690" y="61738"/>
                  </a:cubicBezTo>
                  <a:cubicBezTo>
                    <a:pt x="3567" y="63624"/>
                    <a:pt x="3075" y="64977"/>
                    <a:pt x="3936" y="67642"/>
                  </a:cubicBezTo>
                  <a:cubicBezTo>
                    <a:pt x="4797" y="70307"/>
                    <a:pt x="8076" y="74939"/>
                    <a:pt x="8855" y="77727"/>
                  </a:cubicBezTo>
                  <a:cubicBezTo>
                    <a:pt x="9634" y="80515"/>
                    <a:pt x="9347" y="81826"/>
                    <a:pt x="8609" y="84368"/>
                  </a:cubicBezTo>
                  <a:cubicBezTo>
                    <a:pt x="7871" y="86910"/>
                    <a:pt x="5863" y="90640"/>
                    <a:pt x="4428" y="92977"/>
                  </a:cubicBezTo>
                  <a:cubicBezTo>
                    <a:pt x="2993" y="95314"/>
                    <a:pt x="738" y="97486"/>
                    <a:pt x="0" y="98388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7" name="Google Shape;647;p47"/>
            <p:cNvSpPr/>
            <p:nvPr/>
          </p:nvSpPr>
          <p:spPr>
            <a:xfrm>
              <a:off x="166025" y="4062114"/>
              <a:ext cx="1734100" cy="736475"/>
            </a:xfrm>
            <a:custGeom>
              <a:rect b="b" l="l" r="r" t="t"/>
              <a:pathLst>
                <a:path extrusionOk="0" h="29459" w="69364">
                  <a:moveTo>
                    <a:pt x="0" y="12893"/>
                  </a:moveTo>
                  <a:cubicBezTo>
                    <a:pt x="1312" y="12729"/>
                    <a:pt x="5329" y="12975"/>
                    <a:pt x="7871" y="11909"/>
                  </a:cubicBezTo>
                  <a:cubicBezTo>
                    <a:pt x="10413" y="10843"/>
                    <a:pt x="13569" y="8220"/>
                    <a:pt x="15250" y="6498"/>
                  </a:cubicBezTo>
                  <a:cubicBezTo>
                    <a:pt x="16931" y="4776"/>
                    <a:pt x="15783" y="2644"/>
                    <a:pt x="17956" y="1578"/>
                  </a:cubicBezTo>
                  <a:cubicBezTo>
                    <a:pt x="20129" y="512"/>
                    <a:pt x="25130" y="20"/>
                    <a:pt x="28287" y="102"/>
                  </a:cubicBezTo>
                  <a:cubicBezTo>
                    <a:pt x="31444" y="184"/>
                    <a:pt x="33739" y="-472"/>
                    <a:pt x="36896" y="2070"/>
                  </a:cubicBezTo>
                  <a:cubicBezTo>
                    <a:pt x="40053" y="4612"/>
                    <a:pt x="44193" y="11704"/>
                    <a:pt x="47227" y="15353"/>
                  </a:cubicBezTo>
                  <a:cubicBezTo>
                    <a:pt x="50261" y="19002"/>
                    <a:pt x="51859" y="21666"/>
                    <a:pt x="55098" y="23962"/>
                  </a:cubicBezTo>
                  <a:cubicBezTo>
                    <a:pt x="58337" y="26258"/>
                    <a:pt x="64281" y="28307"/>
                    <a:pt x="66659" y="29127"/>
                  </a:cubicBezTo>
                  <a:cubicBezTo>
                    <a:pt x="69037" y="29947"/>
                    <a:pt x="68913" y="28922"/>
                    <a:pt x="69364" y="2888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8" name="Google Shape;648;p47"/>
            <p:cNvSpPr/>
            <p:nvPr/>
          </p:nvSpPr>
          <p:spPr>
            <a:xfrm>
              <a:off x="-92250" y="1830175"/>
              <a:ext cx="2496703" cy="3390662"/>
            </a:xfrm>
            <a:custGeom>
              <a:rect b="b" l="l" r="r" t="t"/>
              <a:pathLst>
                <a:path extrusionOk="0" h="130611" w="96175">
                  <a:moveTo>
                    <a:pt x="0" y="0"/>
                  </a:moveTo>
                  <a:cubicBezTo>
                    <a:pt x="2132" y="2624"/>
                    <a:pt x="9593" y="9675"/>
                    <a:pt x="12790" y="15742"/>
                  </a:cubicBezTo>
                  <a:cubicBezTo>
                    <a:pt x="15988" y="21809"/>
                    <a:pt x="17176" y="30624"/>
                    <a:pt x="19185" y="36404"/>
                  </a:cubicBezTo>
                  <a:cubicBezTo>
                    <a:pt x="21194" y="42184"/>
                    <a:pt x="22547" y="47226"/>
                    <a:pt x="24843" y="50424"/>
                  </a:cubicBezTo>
                  <a:cubicBezTo>
                    <a:pt x="27139" y="53622"/>
                    <a:pt x="29189" y="53048"/>
                    <a:pt x="32960" y="55590"/>
                  </a:cubicBezTo>
                  <a:cubicBezTo>
                    <a:pt x="36732" y="58132"/>
                    <a:pt x="42512" y="60919"/>
                    <a:pt x="47472" y="65674"/>
                  </a:cubicBezTo>
                  <a:cubicBezTo>
                    <a:pt x="52432" y="70429"/>
                    <a:pt x="58869" y="78342"/>
                    <a:pt x="62722" y="84122"/>
                  </a:cubicBezTo>
                  <a:cubicBezTo>
                    <a:pt x="66576" y="89902"/>
                    <a:pt x="67969" y="95150"/>
                    <a:pt x="70593" y="100356"/>
                  </a:cubicBezTo>
                  <a:cubicBezTo>
                    <a:pt x="73217" y="105563"/>
                    <a:pt x="75513" y="111097"/>
                    <a:pt x="78465" y="115361"/>
                  </a:cubicBezTo>
                  <a:cubicBezTo>
                    <a:pt x="81417" y="119625"/>
                    <a:pt x="85351" y="123396"/>
                    <a:pt x="88303" y="125938"/>
                  </a:cubicBezTo>
                  <a:cubicBezTo>
                    <a:pt x="91255" y="128480"/>
                    <a:pt x="94863" y="129832"/>
                    <a:pt x="96175" y="13061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49" name="Google Shape;649;p47"/>
            <p:cNvSpPr/>
            <p:nvPr/>
          </p:nvSpPr>
          <p:spPr>
            <a:xfrm>
              <a:off x="7034800" y="245975"/>
              <a:ext cx="737900" cy="750725"/>
            </a:xfrm>
            <a:custGeom>
              <a:rect b="b" l="l" r="r" t="t"/>
              <a:pathLst>
                <a:path extrusionOk="0" h="30029" w="29516">
                  <a:moveTo>
                    <a:pt x="29516" y="0"/>
                  </a:moveTo>
                  <a:cubicBezTo>
                    <a:pt x="27753" y="656"/>
                    <a:pt x="22138" y="2213"/>
                    <a:pt x="18940" y="3935"/>
                  </a:cubicBezTo>
                  <a:cubicBezTo>
                    <a:pt x="15743" y="5657"/>
                    <a:pt x="11725" y="8199"/>
                    <a:pt x="10331" y="10331"/>
                  </a:cubicBezTo>
                  <a:cubicBezTo>
                    <a:pt x="8937" y="12463"/>
                    <a:pt x="10289" y="14840"/>
                    <a:pt x="10576" y="16726"/>
                  </a:cubicBezTo>
                  <a:cubicBezTo>
                    <a:pt x="10863" y="18612"/>
                    <a:pt x="12462" y="19595"/>
                    <a:pt x="12052" y="21645"/>
                  </a:cubicBezTo>
                  <a:cubicBezTo>
                    <a:pt x="11642" y="23695"/>
                    <a:pt x="10126" y="27631"/>
                    <a:pt x="8117" y="29025"/>
                  </a:cubicBezTo>
                  <a:cubicBezTo>
                    <a:pt x="6108" y="30419"/>
                    <a:pt x="1353" y="29844"/>
                    <a:pt x="0" y="30008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0" name="Google Shape;650;p47"/>
            <p:cNvSpPr/>
            <p:nvPr/>
          </p:nvSpPr>
          <p:spPr>
            <a:xfrm>
              <a:off x="8811950" y="651825"/>
              <a:ext cx="245950" cy="356650"/>
            </a:xfrm>
            <a:custGeom>
              <a:rect b="b" l="l" r="r" t="t"/>
              <a:pathLst>
                <a:path extrusionOk="0" h="14266" w="9838">
                  <a:moveTo>
                    <a:pt x="0" y="14266"/>
                  </a:moveTo>
                  <a:cubicBezTo>
                    <a:pt x="697" y="13733"/>
                    <a:pt x="3525" y="12750"/>
                    <a:pt x="4181" y="11069"/>
                  </a:cubicBezTo>
                  <a:cubicBezTo>
                    <a:pt x="4837" y="9388"/>
                    <a:pt x="3484" y="5699"/>
                    <a:pt x="3935" y="4182"/>
                  </a:cubicBezTo>
                  <a:cubicBezTo>
                    <a:pt x="4386" y="2665"/>
                    <a:pt x="5903" y="2665"/>
                    <a:pt x="6887" y="1968"/>
                  </a:cubicBezTo>
                  <a:cubicBezTo>
                    <a:pt x="7871" y="1271"/>
                    <a:pt x="9346" y="328"/>
                    <a:pt x="9838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1" name="Google Shape;651;p47"/>
            <p:cNvSpPr/>
            <p:nvPr/>
          </p:nvSpPr>
          <p:spPr>
            <a:xfrm>
              <a:off x="8781200" y="1783300"/>
              <a:ext cx="393550" cy="296450"/>
            </a:xfrm>
            <a:custGeom>
              <a:rect b="b" l="l" r="r" t="t"/>
              <a:pathLst>
                <a:path extrusionOk="0" h="11858" w="15742">
                  <a:moveTo>
                    <a:pt x="0" y="0"/>
                  </a:moveTo>
                  <a:cubicBezTo>
                    <a:pt x="738" y="1804"/>
                    <a:pt x="2828" y="8937"/>
                    <a:pt x="4427" y="10823"/>
                  </a:cubicBezTo>
                  <a:cubicBezTo>
                    <a:pt x="6026" y="12709"/>
                    <a:pt x="7707" y="11397"/>
                    <a:pt x="9593" y="11315"/>
                  </a:cubicBezTo>
                  <a:cubicBezTo>
                    <a:pt x="11479" y="11233"/>
                    <a:pt x="14717" y="10495"/>
                    <a:pt x="15742" y="10331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2" name="Google Shape;652;p47"/>
            <p:cNvSpPr/>
            <p:nvPr/>
          </p:nvSpPr>
          <p:spPr>
            <a:xfrm>
              <a:off x="7994075" y="1549625"/>
              <a:ext cx="252125" cy="737900"/>
            </a:xfrm>
            <a:custGeom>
              <a:rect b="b" l="l" r="r" t="t"/>
              <a:pathLst>
                <a:path extrusionOk="0" h="29516" w="10085">
                  <a:moveTo>
                    <a:pt x="10085" y="29516"/>
                  </a:moveTo>
                  <a:cubicBezTo>
                    <a:pt x="9142" y="28409"/>
                    <a:pt x="5494" y="25212"/>
                    <a:pt x="4428" y="22875"/>
                  </a:cubicBezTo>
                  <a:cubicBezTo>
                    <a:pt x="3362" y="20538"/>
                    <a:pt x="3403" y="17956"/>
                    <a:pt x="3690" y="15496"/>
                  </a:cubicBezTo>
                  <a:cubicBezTo>
                    <a:pt x="3977" y="13036"/>
                    <a:pt x="5822" y="10249"/>
                    <a:pt x="6150" y="8117"/>
                  </a:cubicBezTo>
                  <a:cubicBezTo>
                    <a:pt x="6478" y="5985"/>
                    <a:pt x="6683" y="4059"/>
                    <a:pt x="5658" y="2706"/>
                  </a:cubicBezTo>
                  <a:cubicBezTo>
                    <a:pt x="4633" y="1353"/>
                    <a:pt x="943" y="451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53" name="Google Shape;653;p47"/>
            <p:cNvSpPr/>
            <p:nvPr/>
          </p:nvSpPr>
          <p:spPr>
            <a:xfrm>
              <a:off x="6647375" y="-166025"/>
              <a:ext cx="2545825" cy="3179175"/>
            </a:xfrm>
            <a:custGeom>
              <a:rect b="b" l="l" r="r" t="t"/>
              <a:pathLst>
                <a:path extrusionOk="0" h="127167" w="101833">
                  <a:moveTo>
                    <a:pt x="0" y="0"/>
                  </a:moveTo>
                  <a:cubicBezTo>
                    <a:pt x="6518" y="2050"/>
                    <a:pt x="29312" y="7010"/>
                    <a:pt x="39110" y="12298"/>
                  </a:cubicBezTo>
                  <a:cubicBezTo>
                    <a:pt x="48908" y="17586"/>
                    <a:pt x="51491" y="26811"/>
                    <a:pt x="58788" y="31730"/>
                  </a:cubicBezTo>
                  <a:cubicBezTo>
                    <a:pt x="66085" y="36650"/>
                    <a:pt x="77851" y="36937"/>
                    <a:pt x="82893" y="41815"/>
                  </a:cubicBezTo>
                  <a:cubicBezTo>
                    <a:pt x="87935" y="46694"/>
                    <a:pt x="88386" y="55303"/>
                    <a:pt x="89042" y="61001"/>
                  </a:cubicBezTo>
                  <a:cubicBezTo>
                    <a:pt x="89698" y="66699"/>
                    <a:pt x="90559" y="70512"/>
                    <a:pt x="86828" y="76005"/>
                  </a:cubicBezTo>
                  <a:cubicBezTo>
                    <a:pt x="83098" y="81498"/>
                    <a:pt x="70431" y="89370"/>
                    <a:pt x="66659" y="93961"/>
                  </a:cubicBezTo>
                  <a:cubicBezTo>
                    <a:pt x="62888" y="98553"/>
                    <a:pt x="63666" y="100028"/>
                    <a:pt x="64199" y="103554"/>
                  </a:cubicBezTo>
                  <a:cubicBezTo>
                    <a:pt x="64732" y="107080"/>
                    <a:pt x="66740" y="112163"/>
                    <a:pt x="69856" y="115115"/>
                  </a:cubicBezTo>
                  <a:cubicBezTo>
                    <a:pt x="72972" y="118067"/>
                    <a:pt x="77564" y="119255"/>
                    <a:pt x="82893" y="121264"/>
                  </a:cubicBezTo>
                  <a:cubicBezTo>
                    <a:pt x="88223" y="123273"/>
                    <a:pt x="98676" y="126183"/>
                    <a:pt x="101833" y="127167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654" name="Google Shape;654;p47"/>
          <p:cNvSpPr txBox="1"/>
          <p:nvPr>
            <p:ph type="ctrTitle"/>
          </p:nvPr>
        </p:nvSpPr>
        <p:spPr>
          <a:xfrm>
            <a:off x="2288000" y="557784"/>
            <a:ext cx="4568100" cy="118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6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200"/>
              <a:buNone/>
              <a:defRPr sz="52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55" name="Google Shape;655;p47"/>
          <p:cNvSpPr txBox="1"/>
          <p:nvPr>
            <p:ph idx="1" type="subTitle"/>
          </p:nvPr>
        </p:nvSpPr>
        <p:spPr>
          <a:xfrm>
            <a:off x="2288000" y="1490146"/>
            <a:ext cx="4568100" cy="5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56" name="Google Shape;656;p47"/>
          <p:cNvSpPr txBox="1"/>
          <p:nvPr/>
        </p:nvSpPr>
        <p:spPr>
          <a:xfrm>
            <a:off x="2932350" y="3471975"/>
            <a:ext cx="32790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200">
                <a:solidFill>
                  <a:schemeClr val="accent5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b="1" lang="en" sz="1200">
                <a:solidFill>
                  <a:schemeClr val="accent5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, infographics &amp; images by </a:t>
            </a:r>
            <a:r>
              <a:rPr lang="en" sz="1200">
                <a:solidFill>
                  <a:schemeClr val="dk2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 and illustrations by</a:t>
            </a:r>
            <a:r>
              <a:rPr lang="en" sz="1200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b="1" lang="en" sz="1200">
                <a:solidFill>
                  <a:schemeClr val="accent5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Storyset</a:t>
            </a:r>
            <a:endParaRPr b="1" sz="1200">
              <a:solidFill>
                <a:schemeClr val="accent5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657" name="Google Shape;657;p47"/>
          <p:cNvSpPr txBox="1"/>
          <p:nvPr>
            <p:ph idx="2" type="subTitle"/>
          </p:nvPr>
        </p:nvSpPr>
        <p:spPr>
          <a:xfrm>
            <a:off x="2757325" y="2075163"/>
            <a:ext cx="3629400" cy="7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9" name="Google Shape;659;p48"/>
          <p:cNvGrpSpPr/>
          <p:nvPr/>
        </p:nvGrpSpPr>
        <p:grpSpPr>
          <a:xfrm>
            <a:off x="-44675" y="-89375"/>
            <a:ext cx="13189424" cy="6383447"/>
            <a:chOff x="-44675" y="-89375"/>
            <a:chExt cx="13189424" cy="6383447"/>
          </a:xfrm>
        </p:grpSpPr>
        <p:sp>
          <p:nvSpPr>
            <p:cNvPr id="660" name="Google Shape;660;p48"/>
            <p:cNvSpPr/>
            <p:nvPr/>
          </p:nvSpPr>
          <p:spPr>
            <a:xfrm rot="650892">
              <a:off x="8543323" y="2983227"/>
              <a:ext cx="4365060" cy="2926223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1" name="Google Shape;661;p48"/>
            <p:cNvGrpSpPr/>
            <p:nvPr/>
          </p:nvGrpSpPr>
          <p:grpSpPr>
            <a:xfrm>
              <a:off x="-44675" y="-89375"/>
              <a:ext cx="9219798" cy="5303550"/>
              <a:chOff x="-44675" y="-89375"/>
              <a:chExt cx="9219798" cy="5303550"/>
            </a:xfrm>
          </p:grpSpPr>
          <p:sp>
            <p:nvSpPr>
              <p:cNvPr id="662" name="Google Shape;662;p48"/>
              <p:cNvSpPr/>
              <p:nvPr/>
            </p:nvSpPr>
            <p:spPr>
              <a:xfrm>
                <a:off x="670300" y="-89375"/>
                <a:ext cx="262600" cy="318400"/>
              </a:xfrm>
              <a:custGeom>
                <a:rect b="b" l="l" r="r" t="t"/>
                <a:pathLst>
                  <a:path extrusionOk="0" h="12736" w="10504">
                    <a:moveTo>
                      <a:pt x="8937" y="12736"/>
                    </a:moveTo>
                    <a:cubicBezTo>
                      <a:pt x="9198" y="12289"/>
                      <a:pt x="10576" y="11358"/>
                      <a:pt x="10501" y="10055"/>
                    </a:cubicBezTo>
                    <a:cubicBezTo>
                      <a:pt x="10427" y="8752"/>
                      <a:pt x="10240" y="6592"/>
                      <a:pt x="8490" y="4916"/>
                    </a:cubicBezTo>
                    <a:cubicBezTo>
                      <a:pt x="6740" y="3240"/>
                      <a:pt x="1415" y="81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grpSp>
            <p:nvGrpSpPr>
              <p:cNvPr id="663" name="Google Shape;663;p48"/>
              <p:cNvGrpSpPr/>
              <p:nvPr/>
            </p:nvGrpSpPr>
            <p:grpSpPr>
              <a:xfrm>
                <a:off x="7767948" y="3157150"/>
                <a:ext cx="1407175" cy="2057025"/>
                <a:chOff x="7767948" y="3157150"/>
                <a:chExt cx="1407175" cy="2057025"/>
              </a:xfrm>
            </p:grpSpPr>
            <p:sp>
              <p:nvSpPr>
                <p:cNvPr id="664" name="Google Shape;664;p48"/>
                <p:cNvSpPr/>
                <p:nvPr/>
              </p:nvSpPr>
              <p:spPr>
                <a:xfrm>
                  <a:off x="8609775" y="4687125"/>
                  <a:ext cx="443889" cy="515614"/>
                </a:xfrm>
                <a:custGeom>
                  <a:rect b="b" l="l" r="r" t="t"/>
                  <a:pathLst>
                    <a:path extrusionOk="0" h="18626" w="16035">
                      <a:moveTo>
                        <a:pt x="0" y="0"/>
                      </a:moveTo>
                      <a:cubicBezTo>
                        <a:pt x="444" y="717"/>
                        <a:pt x="1467" y="3344"/>
                        <a:pt x="2661" y="4299"/>
                      </a:cubicBezTo>
                      <a:cubicBezTo>
                        <a:pt x="3855" y="5254"/>
                        <a:pt x="5493" y="5390"/>
                        <a:pt x="7164" y="5731"/>
                      </a:cubicBezTo>
                      <a:cubicBezTo>
                        <a:pt x="8836" y="6072"/>
                        <a:pt x="11428" y="5867"/>
                        <a:pt x="12690" y="6345"/>
                      </a:cubicBezTo>
                      <a:cubicBezTo>
                        <a:pt x="13952" y="6823"/>
                        <a:pt x="14225" y="7233"/>
                        <a:pt x="14737" y="8597"/>
                      </a:cubicBezTo>
                      <a:cubicBezTo>
                        <a:pt x="15249" y="9962"/>
                        <a:pt x="16579" y="12861"/>
                        <a:pt x="15760" y="14532"/>
                      </a:cubicBezTo>
                      <a:cubicBezTo>
                        <a:pt x="14941" y="16204"/>
                        <a:pt x="10813" y="17944"/>
                        <a:pt x="9824" y="18626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65" name="Google Shape;665;p48"/>
                <p:cNvSpPr/>
                <p:nvPr/>
              </p:nvSpPr>
              <p:spPr>
                <a:xfrm>
                  <a:off x="8475600" y="4052625"/>
                  <a:ext cx="356272" cy="711224"/>
                </a:xfrm>
                <a:custGeom>
                  <a:rect b="b" l="l" r="r" t="t"/>
                  <a:pathLst>
                    <a:path extrusionOk="0" h="25790" w="12281">
                      <a:moveTo>
                        <a:pt x="12281" y="0"/>
                      </a:moveTo>
                      <a:cubicBezTo>
                        <a:pt x="11803" y="341"/>
                        <a:pt x="10234" y="1194"/>
                        <a:pt x="9415" y="2047"/>
                      </a:cubicBezTo>
                      <a:cubicBezTo>
                        <a:pt x="8596" y="2900"/>
                        <a:pt x="7709" y="4060"/>
                        <a:pt x="7368" y="5117"/>
                      </a:cubicBezTo>
                      <a:cubicBezTo>
                        <a:pt x="7027" y="6175"/>
                        <a:pt x="7743" y="7232"/>
                        <a:pt x="7368" y="8392"/>
                      </a:cubicBezTo>
                      <a:cubicBezTo>
                        <a:pt x="6993" y="9552"/>
                        <a:pt x="5902" y="10984"/>
                        <a:pt x="5117" y="12076"/>
                      </a:cubicBezTo>
                      <a:cubicBezTo>
                        <a:pt x="4333" y="13168"/>
                        <a:pt x="3173" y="13748"/>
                        <a:pt x="2661" y="14942"/>
                      </a:cubicBezTo>
                      <a:cubicBezTo>
                        <a:pt x="2149" y="16136"/>
                        <a:pt x="2149" y="18183"/>
                        <a:pt x="2047" y="19240"/>
                      </a:cubicBezTo>
                      <a:cubicBezTo>
                        <a:pt x="1945" y="20298"/>
                        <a:pt x="2388" y="20195"/>
                        <a:pt x="2047" y="21287"/>
                      </a:cubicBezTo>
                      <a:cubicBezTo>
                        <a:pt x="1706" y="22379"/>
                        <a:pt x="341" y="25040"/>
                        <a:pt x="0" y="25790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66" name="Google Shape;666;p48"/>
                <p:cNvSpPr/>
                <p:nvPr/>
              </p:nvSpPr>
              <p:spPr>
                <a:xfrm flipH="1">
                  <a:off x="7767948" y="3157150"/>
                  <a:ext cx="1407175" cy="2057025"/>
                </a:xfrm>
                <a:custGeom>
                  <a:rect b="b" l="l" r="r" t="t"/>
                  <a:pathLst>
                    <a:path extrusionOk="0" h="82281" w="56287">
                      <a:moveTo>
                        <a:pt x="0" y="0"/>
                      </a:moveTo>
                      <a:cubicBezTo>
                        <a:pt x="989" y="1603"/>
                        <a:pt x="3957" y="7607"/>
                        <a:pt x="5936" y="9620"/>
                      </a:cubicBezTo>
                      <a:cubicBezTo>
                        <a:pt x="7915" y="11633"/>
                        <a:pt x="10508" y="10507"/>
                        <a:pt x="11872" y="12076"/>
                      </a:cubicBezTo>
                      <a:cubicBezTo>
                        <a:pt x="13237" y="13645"/>
                        <a:pt x="13543" y="16921"/>
                        <a:pt x="14123" y="19036"/>
                      </a:cubicBezTo>
                      <a:cubicBezTo>
                        <a:pt x="14703" y="21151"/>
                        <a:pt x="15215" y="22447"/>
                        <a:pt x="15351" y="24767"/>
                      </a:cubicBezTo>
                      <a:cubicBezTo>
                        <a:pt x="15488" y="27087"/>
                        <a:pt x="16000" y="29338"/>
                        <a:pt x="14942" y="32954"/>
                      </a:cubicBezTo>
                      <a:cubicBezTo>
                        <a:pt x="13885" y="36570"/>
                        <a:pt x="10064" y="43324"/>
                        <a:pt x="9006" y="46462"/>
                      </a:cubicBezTo>
                      <a:cubicBezTo>
                        <a:pt x="7949" y="49600"/>
                        <a:pt x="8392" y="50317"/>
                        <a:pt x="8597" y="51784"/>
                      </a:cubicBezTo>
                      <a:cubicBezTo>
                        <a:pt x="8802" y="53251"/>
                        <a:pt x="8119" y="53627"/>
                        <a:pt x="10234" y="55264"/>
                      </a:cubicBezTo>
                      <a:cubicBezTo>
                        <a:pt x="12349" y="56902"/>
                        <a:pt x="18558" y="60142"/>
                        <a:pt x="21287" y="61609"/>
                      </a:cubicBezTo>
                      <a:cubicBezTo>
                        <a:pt x="24016" y="63076"/>
                        <a:pt x="24323" y="62905"/>
                        <a:pt x="26608" y="64065"/>
                      </a:cubicBezTo>
                      <a:cubicBezTo>
                        <a:pt x="28894" y="65225"/>
                        <a:pt x="33192" y="67169"/>
                        <a:pt x="35000" y="68568"/>
                      </a:cubicBezTo>
                      <a:cubicBezTo>
                        <a:pt x="36808" y="69967"/>
                        <a:pt x="36637" y="71570"/>
                        <a:pt x="37456" y="72457"/>
                      </a:cubicBezTo>
                      <a:cubicBezTo>
                        <a:pt x="38275" y="73344"/>
                        <a:pt x="38071" y="73275"/>
                        <a:pt x="39913" y="73889"/>
                      </a:cubicBezTo>
                      <a:cubicBezTo>
                        <a:pt x="41755" y="74503"/>
                        <a:pt x="46258" y="75356"/>
                        <a:pt x="48509" y="76141"/>
                      </a:cubicBezTo>
                      <a:cubicBezTo>
                        <a:pt x="50760" y="76926"/>
                        <a:pt x="52125" y="77574"/>
                        <a:pt x="53421" y="78597"/>
                      </a:cubicBezTo>
                      <a:cubicBezTo>
                        <a:pt x="54717" y="79620"/>
                        <a:pt x="55809" y="81667"/>
                        <a:pt x="56287" y="82281"/>
                      </a:cubicBezTo>
                    </a:path>
                  </a:pathLst>
                </a:custGeom>
                <a:noFill/>
                <a:ln cap="flat" cmpd="sng" w="38100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667" name="Google Shape;667;p48"/>
                <p:cNvSpPr/>
                <p:nvPr/>
              </p:nvSpPr>
              <p:spPr>
                <a:xfrm>
                  <a:off x="8258775" y="4912275"/>
                  <a:ext cx="339400" cy="286550"/>
                </a:xfrm>
                <a:custGeom>
                  <a:rect b="b" l="l" r="r" t="t"/>
                  <a:pathLst>
                    <a:path extrusionOk="0" h="11462" w="13576">
                      <a:moveTo>
                        <a:pt x="0" y="0"/>
                      </a:moveTo>
                      <a:cubicBezTo>
                        <a:pt x="648" y="478"/>
                        <a:pt x="2320" y="2388"/>
                        <a:pt x="3889" y="2866"/>
                      </a:cubicBezTo>
                      <a:cubicBezTo>
                        <a:pt x="5458" y="3344"/>
                        <a:pt x="7914" y="2525"/>
                        <a:pt x="9415" y="2866"/>
                      </a:cubicBezTo>
                      <a:cubicBezTo>
                        <a:pt x="10916" y="3207"/>
                        <a:pt x="12212" y="4059"/>
                        <a:pt x="12894" y="4912"/>
                      </a:cubicBezTo>
                      <a:cubicBezTo>
                        <a:pt x="13576" y="5765"/>
                        <a:pt x="13440" y="6891"/>
                        <a:pt x="13508" y="7983"/>
                      </a:cubicBezTo>
                      <a:cubicBezTo>
                        <a:pt x="13576" y="9075"/>
                        <a:pt x="13338" y="10882"/>
                        <a:pt x="13304" y="11462"/>
                      </a:cubicBezTo>
                    </a:path>
                  </a:pathLst>
                </a:custGeom>
                <a:noFill/>
                <a:ln cap="flat" cmpd="sng" w="19050">
                  <a:solidFill>
                    <a:schemeClr val="accent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sp>
            <p:nvSpPr>
              <p:cNvPr id="668" name="Google Shape;668;p48"/>
              <p:cNvSpPr/>
              <p:nvPr/>
            </p:nvSpPr>
            <p:spPr>
              <a:xfrm>
                <a:off x="-27925" y="-5575"/>
                <a:ext cx="469200" cy="508300"/>
              </a:xfrm>
              <a:custGeom>
                <a:rect b="b" l="l" r="r" t="t"/>
                <a:pathLst>
                  <a:path extrusionOk="0" h="20332" w="18768">
                    <a:moveTo>
                      <a:pt x="18768" y="20332"/>
                    </a:moveTo>
                    <a:cubicBezTo>
                      <a:pt x="17576" y="19997"/>
                      <a:pt x="13592" y="19811"/>
                      <a:pt x="11618" y="18321"/>
                    </a:cubicBezTo>
                    <a:cubicBezTo>
                      <a:pt x="9644" y="16832"/>
                      <a:pt x="7820" y="13331"/>
                      <a:pt x="6926" y="11395"/>
                    </a:cubicBezTo>
                    <a:cubicBezTo>
                      <a:pt x="6032" y="9459"/>
                      <a:pt x="6777" y="8044"/>
                      <a:pt x="6256" y="6703"/>
                    </a:cubicBezTo>
                    <a:cubicBezTo>
                      <a:pt x="5735" y="5362"/>
                      <a:pt x="4841" y="4468"/>
                      <a:pt x="3798" y="3351"/>
                    </a:cubicBezTo>
                    <a:cubicBezTo>
                      <a:pt x="2755" y="2234"/>
                      <a:pt x="633" y="559"/>
                      <a:pt x="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69" name="Google Shape;669;p48"/>
              <p:cNvSpPr/>
              <p:nvPr/>
            </p:nvSpPr>
            <p:spPr>
              <a:xfrm>
                <a:off x="-44675" y="-83775"/>
                <a:ext cx="3200675" cy="928675"/>
              </a:xfrm>
              <a:custGeom>
                <a:rect b="b" l="l" r="r" t="t"/>
                <a:pathLst>
                  <a:path extrusionOk="0" h="37147" w="128027">
                    <a:moveTo>
                      <a:pt x="0" y="37089"/>
                    </a:moveTo>
                    <a:cubicBezTo>
                      <a:pt x="1713" y="36940"/>
                      <a:pt x="6926" y="37686"/>
                      <a:pt x="10277" y="36196"/>
                    </a:cubicBezTo>
                    <a:cubicBezTo>
                      <a:pt x="13629" y="34707"/>
                      <a:pt x="18619" y="30759"/>
                      <a:pt x="20109" y="28152"/>
                    </a:cubicBezTo>
                    <a:cubicBezTo>
                      <a:pt x="21599" y="25545"/>
                      <a:pt x="19029" y="22938"/>
                      <a:pt x="19215" y="20555"/>
                    </a:cubicBezTo>
                    <a:cubicBezTo>
                      <a:pt x="19401" y="18172"/>
                      <a:pt x="19960" y="15230"/>
                      <a:pt x="21226" y="13852"/>
                    </a:cubicBezTo>
                    <a:cubicBezTo>
                      <a:pt x="22492" y="12474"/>
                      <a:pt x="24801" y="12511"/>
                      <a:pt x="26812" y="12288"/>
                    </a:cubicBezTo>
                    <a:cubicBezTo>
                      <a:pt x="28823" y="12065"/>
                      <a:pt x="30200" y="12326"/>
                      <a:pt x="33291" y="12512"/>
                    </a:cubicBezTo>
                    <a:cubicBezTo>
                      <a:pt x="36382" y="12698"/>
                      <a:pt x="41372" y="13368"/>
                      <a:pt x="45356" y="13405"/>
                    </a:cubicBezTo>
                    <a:cubicBezTo>
                      <a:pt x="49341" y="13442"/>
                      <a:pt x="52878" y="13517"/>
                      <a:pt x="57198" y="12735"/>
                    </a:cubicBezTo>
                    <a:cubicBezTo>
                      <a:pt x="61518" y="11953"/>
                      <a:pt x="68110" y="9830"/>
                      <a:pt x="71275" y="8713"/>
                    </a:cubicBezTo>
                    <a:cubicBezTo>
                      <a:pt x="74440" y="7596"/>
                      <a:pt x="73583" y="6553"/>
                      <a:pt x="76190" y="6032"/>
                    </a:cubicBezTo>
                    <a:cubicBezTo>
                      <a:pt x="78797" y="5511"/>
                      <a:pt x="83489" y="5473"/>
                      <a:pt x="86915" y="5585"/>
                    </a:cubicBezTo>
                    <a:cubicBezTo>
                      <a:pt x="90341" y="5697"/>
                      <a:pt x="93841" y="6404"/>
                      <a:pt x="96746" y="6702"/>
                    </a:cubicBezTo>
                    <a:cubicBezTo>
                      <a:pt x="99651" y="7000"/>
                      <a:pt x="100805" y="7559"/>
                      <a:pt x="104343" y="7373"/>
                    </a:cubicBezTo>
                    <a:cubicBezTo>
                      <a:pt x="107881" y="7187"/>
                      <a:pt x="114919" y="5995"/>
                      <a:pt x="117972" y="5585"/>
                    </a:cubicBezTo>
                    <a:cubicBezTo>
                      <a:pt x="121026" y="5175"/>
                      <a:pt x="120988" y="5846"/>
                      <a:pt x="122664" y="4915"/>
                    </a:cubicBezTo>
                    <a:cubicBezTo>
                      <a:pt x="124340" y="3984"/>
                      <a:pt x="127133" y="819"/>
                      <a:pt x="128027" y="0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70" name="Google Shape;670;p48"/>
              <p:cNvSpPr/>
              <p:nvPr/>
            </p:nvSpPr>
            <p:spPr>
              <a:xfrm>
                <a:off x="134050" y="-83775"/>
                <a:ext cx="1390875" cy="290450"/>
              </a:xfrm>
              <a:custGeom>
                <a:rect b="b" l="l" r="r" t="t"/>
                <a:pathLst>
                  <a:path extrusionOk="0" h="11618" w="55635">
                    <a:moveTo>
                      <a:pt x="0" y="11618"/>
                    </a:moveTo>
                    <a:cubicBezTo>
                      <a:pt x="596" y="11283"/>
                      <a:pt x="2160" y="9942"/>
                      <a:pt x="3575" y="9607"/>
                    </a:cubicBezTo>
                    <a:cubicBezTo>
                      <a:pt x="4990" y="9272"/>
                      <a:pt x="7076" y="9607"/>
                      <a:pt x="8491" y="9607"/>
                    </a:cubicBezTo>
                    <a:cubicBezTo>
                      <a:pt x="9906" y="9607"/>
                      <a:pt x="10279" y="9756"/>
                      <a:pt x="12066" y="9607"/>
                    </a:cubicBezTo>
                    <a:cubicBezTo>
                      <a:pt x="13854" y="9458"/>
                      <a:pt x="17578" y="9085"/>
                      <a:pt x="19216" y="8713"/>
                    </a:cubicBezTo>
                    <a:cubicBezTo>
                      <a:pt x="20855" y="8341"/>
                      <a:pt x="20780" y="7671"/>
                      <a:pt x="21897" y="7373"/>
                    </a:cubicBezTo>
                    <a:cubicBezTo>
                      <a:pt x="23014" y="7075"/>
                      <a:pt x="24243" y="7001"/>
                      <a:pt x="25919" y="6926"/>
                    </a:cubicBezTo>
                    <a:cubicBezTo>
                      <a:pt x="27595" y="6852"/>
                      <a:pt x="30387" y="6926"/>
                      <a:pt x="31951" y="6926"/>
                    </a:cubicBezTo>
                    <a:cubicBezTo>
                      <a:pt x="33515" y="6926"/>
                      <a:pt x="33255" y="6926"/>
                      <a:pt x="35303" y="6926"/>
                    </a:cubicBezTo>
                    <a:cubicBezTo>
                      <a:pt x="37351" y="6926"/>
                      <a:pt x="41820" y="7187"/>
                      <a:pt x="44240" y="6926"/>
                    </a:cubicBezTo>
                    <a:cubicBezTo>
                      <a:pt x="46661" y="6665"/>
                      <a:pt x="48411" y="5809"/>
                      <a:pt x="49826" y="5362"/>
                    </a:cubicBezTo>
                    <a:cubicBezTo>
                      <a:pt x="51241" y="4915"/>
                      <a:pt x="51763" y="5139"/>
                      <a:pt x="52731" y="4245"/>
                    </a:cubicBezTo>
                    <a:cubicBezTo>
                      <a:pt x="53699" y="3351"/>
                      <a:pt x="55151" y="708"/>
                      <a:pt x="55635" y="0"/>
                    </a:cubicBezTo>
                  </a:path>
                </a:pathLst>
              </a:custGeom>
              <a:noFill/>
              <a:ln cap="flat" cmpd="sng" w="1905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2" name="Google Shape;672;p49"/>
          <p:cNvGrpSpPr/>
          <p:nvPr/>
        </p:nvGrpSpPr>
        <p:grpSpPr>
          <a:xfrm>
            <a:off x="-1509775" y="-1051988"/>
            <a:ext cx="10720800" cy="8547429"/>
            <a:chOff x="-1509775" y="-1051988"/>
            <a:chExt cx="10720800" cy="8547429"/>
          </a:xfrm>
        </p:grpSpPr>
        <p:sp>
          <p:nvSpPr>
            <p:cNvPr id="673" name="Google Shape;673;p49"/>
            <p:cNvSpPr/>
            <p:nvPr/>
          </p:nvSpPr>
          <p:spPr>
            <a:xfrm rot="10800000">
              <a:off x="-1509775" y="4569225"/>
              <a:ext cx="4365049" cy="2926215"/>
            </a:xfrm>
            <a:custGeom>
              <a:rect b="b" l="l" r="r" t="t"/>
              <a:pathLst>
                <a:path extrusionOk="0" h="72873" w="108705">
                  <a:moveTo>
                    <a:pt x="21537" y="1"/>
                  </a:moveTo>
                  <a:cubicBezTo>
                    <a:pt x="20162" y="1"/>
                    <a:pt x="18789" y="150"/>
                    <a:pt x="17443" y="467"/>
                  </a:cubicBezTo>
                  <a:cubicBezTo>
                    <a:pt x="14872" y="1098"/>
                    <a:pt x="12455" y="2265"/>
                    <a:pt x="10359" y="3908"/>
                  </a:cubicBezTo>
                  <a:cubicBezTo>
                    <a:pt x="6704" y="6778"/>
                    <a:pt x="3942" y="10623"/>
                    <a:pt x="2406" y="15005"/>
                  </a:cubicBezTo>
                  <a:cubicBezTo>
                    <a:pt x="1" y="21887"/>
                    <a:pt x="465" y="29495"/>
                    <a:pt x="2322" y="36531"/>
                  </a:cubicBezTo>
                  <a:cubicBezTo>
                    <a:pt x="4632" y="45258"/>
                    <a:pt x="9169" y="53486"/>
                    <a:pt x="15872" y="59546"/>
                  </a:cubicBezTo>
                  <a:cubicBezTo>
                    <a:pt x="23444" y="66392"/>
                    <a:pt x="33433" y="70119"/>
                    <a:pt x="43494" y="71845"/>
                  </a:cubicBezTo>
                  <a:cubicBezTo>
                    <a:pt x="47363" y="72508"/>
                    <a:pt x="51330" y="72873"/>
                    <a:pt x="55287" y="72873"/>
                  </a:cubicBezTo>
                  <a:cubicBezTo>
                    <a:pt x="64894" y="72873"/>
                    <a:pt x="74447" y="70724"/>
                    <a:pt x="82416" y="65487"/>
                  </a:cubicBezTo>
                  <a:cubicBezTo>
                    <a:pt x="89512" y="60832"/>
                    <a:pt x="95001" y="53926"/>
                    <a:pt x="98477" y="46187"/>
                  </a:cubicBezTo>
                  <a:cubicBezTo>
                    <a:pt x="103121" y="35876"/>
                    <a:pt x="108705" y="15064"/>
                    <a:pt x="94846" y="9135"/>
                  </a:cubicBezTo>
                  <a:cubicBezTo>
                    <a:pt x="93101" y="8418"/>
                    <a:pt x="91265" y="8067"/>
                    <a:pt x="89441" y="8067"/>
                  </a:cubicBezTo>
                  <a:cubicBezTo>
                    <a:pt x="86087" y="8067"/>
                    <a:pt x="82776" y="9253"/>
                    <a:pt x="80154" y="11528"/>
                  </a:cubicBezTo>
                  <a:cubicBezTo>
                    <a:pt x="75213" y="15922"/>
                    <a:pt x="74046" y="23101"/>
                    <a:pt x="70521" y="28685"/>
                  </a:cubicBezTo>
                  <a:cubicBezTo>
                    <a:pt x="68509" y="31876"/>
                    <a:pt x="65592" y="34614"/>
                    <a:pt x="62020" y="35829"/>
                  </a:cubicBezTo>
                  <a:cubicBezTo>
                    <a:pt x="60773" y="36255"/>
                    <a:pt x="59446" y="36475"/>
                    <a:pt x="58124" y="36475"/>
                  </a:cubicBezTo>
                  <a:cubicBezTo>
                    <a:pt x="55647" y="36475"/>
                    <a:pt x="53192" y="35705"/>
                    <a:pt x="51329" y="34090"/>
                  </a:cubicBezTo>
                  <a:cubicBezTo>
                    <a:pt x="47280" y="30578"/>
                    <a:pt x="46899" y="24613"/>
                    <a:pt x="45244" y="19839"/>
                  </a:cubicBezTo>
                  <a:cubicBezTo>
                    <a:pt x="43363" y="14433"/>
                    <a:pt x="40161" y="9040"/>
                    <a:pt x="35839" y="5408"/>
                  </a:cubicBezTo>
                  <a:cubicBezTo>
                    <a:pt x="31934" y="2124"/>
                    <a:pt x="26720" y="1"/>
                    <a:pt x="215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3223025" y="4848493"/>
              <a:ext cx="368875" cy="374250"/>
            </a:xfrm>
            <a:custGeom>
              <a:rect b="b" l="l" r="r" t="t"/>
              <a:pathLst>
                <a:path extrusionOk="0" h="14970" w="14755">
                  <a:moveTo>
                    <a:pt x="14746" y="0"/>
                  </a:moveTo>
                  <a:cubicBezTo>
                    <a:pt x="14709" y="410"/>
                    <a:pt x="14858" y="1453"/>
                    <a:pt x="14523" y="2458"/>
                  </a:cubicBezTo>
                  <a:cubicBezTo>
                    <a:pt x="14188" y="3464"/>
                    <a:pt x="13742" y="5102"/>
                    <a:pt x="12736" y="6033"/>
                  </a:cubicBezTo>
                  <a:cubicBezTo>
                    <a:pt x="11731" y="6964"/>
                    <a:pt x="9831" y="7337"/>
                    <a:pt x="8490" y="8044"/>
                  </a:cubicBezTo>
                  <a:cubicBezTo>
                    <a:pt x="7149" y="8752"/>
                    <a:pt x="5809" y="9422"/>
                    <a:pt x="4692" y="10278"/>
                  </a:cubicBezTo>
                  <a:cubicBezTo>
                    <a:pt x="3575" y="11135"/>
                    <a:pt x="2569" y="12401"/>
                    <a:pt x="1787" y="13183"/>
                  </a:cubicBezTo>
                  <a:cubicBezTo>
                    <a:pt x="1005" y="13965"/>
                    <a:pt x="298" y="14672"/>
                    <a:pt x="0" y="14970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5" name="Google Shape;675;p49"/>
            <p:cNvSpPr/>
            <p:nvPr/>
          </p:nvSpPr>
          <p:spPr>
            <a:xfrm>
              <a:off x="396586" y="4417229"/>
              <a:ext cx="955203" cy="737316"/>
            </a:xfrm>
            <a:custGeom>
              <a:rect b="b" l="l" r="r" t="t"/>
              <a:pathLst>
                <a:path extrusionOk="0" h="30386" w="37984">
                  <a:moveTo>
                    <a:pt x="0" y="0"/>
                  </a:moveTo>
                  <a:cubicBezTo>
                    <a:pt x="1341" y="1303"/>
                    <a:pt x="6219" y="5549"/>
                    <a:pt x="8044" y="7820"/>
                  </a:cubicBezTo>
                  <a:cubicBezTo>
                    <a:pt x="9869" y="10092"/>
                    <a:pt x="9460" y="12102"/>
                    <a:pt x="10949" y="13629"/>
                  </a:cubicBezTo>
                  <a:cubicBezTo>
                    <a:pt x="12439" y="15156"/>
                    <a:pt x="15082" y="16273"/>
                    <a:pt x="16981" y="16980"/>
                  </a:cubicBezTo>
                  <a:cubicBezTo>
                    <a:pt x="18880" y="17688"/>
                    <a:pt x="20184" y="17278"/>
                    <a:pt x="22344" y="17874"/>
                  </a:cubicBezTo>
                  <a:cubicBezTo>
                    <a:pt x="24504" y="18470"/>
                    <a:pt x="27966" y="19103"/>
                    <a:pt x="29940" y="20555"/>
                  </a:cubicBezTo>
                  <a:cubicBezTo>
                    <a:pt x="31914" y="22007"/>
                    <a:pt x="32845" y="24950"/>
                    <a:pt x="34186" y="26588"/>
                  </a:cubicBezTo>
                  <a:cubicBezTo>
                    <a:pt x="35527" y="28227"/>
                    <a:pt x="37351" y="29753"/>
                    <a:pt x="37984" y="30386"/>
                  </a:cubicBezTo>
                </a:path>
              </a:pathLst>
            </a:cu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6" name="Google Shape;676;p49"/>
            <p:cNvSpPr/>
            <p:nvPr/>
          </p:nvSpPr>
          <p:spPr>
            <a:xfrm>
              <a:off x="245750" y="4358641"/>
              <a:ext cx="430125" cy="929975"/>
            </a:xfrm>
            <a:custGeom>
              <a:rect b="b" l="l" r="r" t="t"/>
              <a:pathLst>
                <a:path extrusionOk="0" h="37199" w="17205">
                  <a:moveTo>
                    <a:pt x="9385" y="379"/>
                  </a:moveTo>
                  <a:cubicBezTo>
                    <a:pt x="9385" y="342"/>
                    <a:pt x="9906" y="-283"/>
                    <a:pt x="9385" y="156"/>
                  </a:cubicBezTo>
                  <a:cubicBezTo>
                    <a:pt x="8864" y="595"/>
                    <a:pt x="7486" y="1942"/>
                    <a:pt x="6257" y="3014"/>
                  </a:cubicBezTo>
                  <a:cubicBezTo>
                    <a:pt x="5028" y="4086"/>
                    <a:pt x="3055" y="4690"/>
                    <a:pt x="2012" y="6589"/>
                  </a:cubicBezTo>
                  <a:cubicBezTo>
                    <a:pt x="969" y="8488"/>
                    <a:pt x="-36" y="11877"/>
                    <a:pt x="1" y="14409"/>
                  </a:cubicBezTo>
                  <a:cubicBezTo>
                    <a:pt x="38" y="16941"/>
                    <a:pt x="1267" y="19734"/>
                    <a:pt x="2235" y="21782"/>
                  </a:cubicBezTo>
                  <a:cubicBezTo>
                    <a:pt x="3203" y="23830"/>
                    <a:pt x="4097" y="24985"/>
                    <a:pt x="5810" y="26698"/>
                  </a:cubicBezTo>
                  <a:cubicBezTo>
                    <a:pt x="7523" y="28411"/>
                    <a:pt x="10614" y="30310"/>
                    <a:pt x="12513" y="32060"/>
                  </a:cubicBezTo>
                  <a:cubicBezTo>
                    <a:pt x="14412" y="33810"/>
                    <a:pt x="16423" y="36343"/>
                    <a:pt x="17205" y="37199"/>
                  </a:cubicBezTo>
                </a:path>
              </a:pathLst>
            </a:cu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7" name="Google Shape;677;p49"/>
            <p:cNvSpPr/>
            <p:nvPr/>
          </p:nvSpPr>
          <p:spPr>
            <a:xfrm flipH="1" rot="2497583">
              <a:off x="-734542" y="-659075"/>
              <a:ext cx="1766335" cy="1534592"/>
            </a:xfrm>
            <a:custGeom>
              <a:rect b="b" l="l" r="r" t="t"/>
              <a:pathLst>
                <a:path extrusionOk="0" h="115315" w="132729">
                  <a:moveTo>
                    <a:pt x="61649" y="1"/>
                  </a:moveTo>
                  <a:cubicBezTo>
                    <a:pt x="60547" y="1"/>
                    <a:pt x="59412" y="29"/>
                    <a:pt x="58242" y="87"/>
                  </a:cubicBezTo>
                  <a:cubicBezTo>
                    <a:pt x="10841" y="2489"/>
                    <a:pt x="0" y="41317"/>
                    <a:pt x="17479" y="76308"/>
                  </a:cubicBezTo>
                  <a:cubicBezTo>
                    <a:pt x="26759" y="94935"/>
                    <a:pt x="61753" y="115314"/>
                    <a:pt x="85177" y="115314"/>
                  </a:cubicBezTo>
                  <a:cubicBezTo>
                    <a:pt x="85496" y="115314"/>
                    <a:pt x="85813" y="115311"/>
                    <a:pt x="86128" y="115303"/>
                  </a:cubicBezTo>
                  <a:cubicBezTo>
                    <a:pt x="97937" y="115003"/>
                    <a:pt x="122020" y="108665"/>
                    <a:pt x="126190" y="97791"/>
                  </a:cubicBezTo>
                  <a:cubicBezTo>
                    <a:pt x="132728" y="80712"/>
                    <a:pt x="113748" y="74407"/>
                    <a:pt x="108544" y="59730"/>
                  </a:cubicBezTo>
                  <a:cubicBezTo>
                    <a:pt x="98282" y="30918"/>
                    <a:pt x="97916" y="1"/>
                    <a:pt x="61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-61450" y="4204956"/>
              <a:ext cx="1843725" cy="813300"/>
            </a:xfrm>
            <a:custGeom>
              <a:rect b="b" l="l" r="r" t="t"/>
              <a:pathLst>
                <a:path extrusionOk="0" h="32532" w="73749">
                  <a:moveTo>
                    <a:pt x="0" y="717"/>
                  </a:moveTo>
                  <a:cubicBezTo>
                    <a:pt x="1564" y="643"/>
                    <a:pt x="6144" y="-511"/>
                    <a:pt x="9384" y="271"/>
                  </a:cubicBezTo>
                  <a:cubicBezTo>
                    <a:pt x="12624" y="1053"/>
                    <a:pt x="16348" y="4256"/>
                    <a:pt x="19439" y="5410"/>
                  </a:cubicBezTo>
                  <a:cubicBezTo>
                    <a:pt x="22530" y="6564"/>
                    <a:pt x="25248" y="6117"/>
                    <a:pt x="27929" y="7197"/>
                  </a:cubicBezTo>
                  <a:cubicBezTo>
                    <a:pt x="30610" y="8277"/>
                    <a:pt x="32323" y="10958"/>
                    <a:pt x="35526" y="11889"/>
                  </a:cubicBezTo>
                  <a:cubicBezTo>
                    <a:pt x="38729" y="12820"/>
                    <a:pt x="43682" y="11517"/>
                    <a:pt x="47145" y="12783"/>
                  </a:cubicBezTo>
                  <a:cubicBezTo>
                    <a:pt x="50608" y="14049"/>
                    <a:pt x="53922" y="17810"/>
                    <a:pt x="56305" y="19486"/>
                  </a:cubicBezTo>
                  <a:cubicBezTo>
                    <a:pt x="58688" y="21162"/>
                    <a:pt x="59444" y="22206"/>
                    <a:pt x="61444" y="22837"/>
                  </a:cubicBezTo>
                  <a:cubicBezTo>
                    <a:pt x="63444" y="23469"/>
                    <a:pt x="66860" y="22611"/>
                    <a:pt x="68303" y="23275"/>
                  </a:cubicBezTo>
                  <a:cubicBezTo>
                    <a:pt x="69746" y="23939"/>
                    <a:pt x="69543" y="25777"/>
                    <a:pt x="70102" y="26819"/>
                  </a:cubicBezTo>
                  <a:cubicBezTo>
                    <a:pt x="70661" y="27861"/>
                    <a:pt x="71048" y="28577"/>
                    <a:pt x="71656" y="29529"/>
                  </a:cubicBezTo>
                  <a:cubicBezTo>
                    <a:pt x="72264" y="30481"/>
                    <a:pt x="73400" y="32032"/>
                    <a:pt x="73749" y="3253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79" name="Google Shape;679;p49"/>
            <p:cNvSpPr/>
            <p:nvPr/>
          </p:nvSpPr>
          <p:spPr>
            <a:xfrm>
              <a:off x="1768775" y="4748383"/>
              <a:ext cx="2610525" cy="485550"/>
            </a:xfrm>
            <a:custGeom>
              <a:rect b="b" l="l" r="r" t="t"/>
              <a:pathLst>
                <a:path extrusionOk="0" h="19422" w="104421">
                  <a:moveTo>
                    <a:pt x="0" y="10184"/>
                  </a:moveTo>
                  <a:cubicBezTo>
                    <a:pt x="1446" y="10563"/>
                    <a:pt x="5536" y="12481"/>
                    <a:pt x="8677" y="12457"/>
                  </a:cubicBezTo>
                  <a:cubicBezTo>
                    <a:pt x="11818" y="12433"/>
                    <a:pt x="15476" y="10292"/>
                    <a:pt x="18846" y="10038"/>
                  </a:cubicBezTo>
                  <a:cubicBezTo>
                    <a:pt x="22217" y="9784"/>
                    <a:pt x="26023" y="10613"/>
                    <a:pt x="28900" y="10931"/>
                  </a:cubicBezTo>
                  <a:cubicBezTo>
                    <a:pt x="31777" y="11250"/>
                    <a:pt x="33953" y="12167"/>
                    <a:pt x="36110" y="11949"/>
                  </a:cubicBezTo>
                  <a:cubicBezTo>
                    <a:pt x="38267" y="11731"/>
                    <a:pt x="39141" y="10740"/>
                    <a:pt x="41841" y="9621"/>
                  </a:cubicBezTo>
                  <a:cubicBezTo>
                    <a:pt x="44542" y="8502"/>
                    <a:pt x="49481" y="6389"/>
                    <a:pt x="52313" y="5234"/>
                  </a:cubicBezTo>
                  <a:cubicBezTo>
                    <a:pt x="55145" y="4079"/>
                    <a:pt x="56176" y="2925"/>
                    <a:pt x="58834" y="2691"/>
                  </a:cubicBezTo>
                  <a:cubicBezTo>
                    <a:pt x="61492" y="2458"/>
                    <a:pt x="65382" y="3767"/>
                    <a:pt x="68263" y="3833"/>
                  </a:cubicBezTo>
                  <a:cubicBezTo>
                    <a:pt x="71144" y="3899"/>
                    <a:pt x="73960" y="3726"/>
                    <a:pt x="76120" y="3088"/>
                  </a:cubicBezTo>
                  <a:cubicBezTo>
                    <a:pt x="78280" y="2450"/>
                    <a:pt x="78288" y="-124"/>
                    <a:pt x="81222" y="5"/>
                  </a:cubicBezTo>
                  <a:cubicBezTo>
                    <a:pt x="84156" y="134"/>
                    <a:pt x="89856" y="627"/>
                    <a:pt x="93722" y="3863"/>
                  </a:cubicBezTo>
                  <a:cubicBezTo>
                    <a:pt x="97589" y="7099"/>
                    <a:pt x="102638" y="16829"/>
                    <a:pt x="104421" y="19422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680" name="Google Shape;680;p49"/>
            <p:cNvSpPr/>
            <p:nvPr/>
          </p:nvSpPr>
          <p:spPr>
            <a:xfrm>
              <a:off x="1066900" y="5010493"/>
              <a:ext cx="709400" cy="262525"/>
            </a:xfrm>
            <a:custGeom>
              <a:rect b="b" l="l" r="r" t="t"/>
              <a:pathLst>
                <a:path extrusionOk="0" h="10501" w="28376">
                  <a:moveTo>
                    <a:pt x="28376" y="0"/>
                  </a:moveTo>
                  <a:cubicBezTo>
                    <a:pt x="27706" y="447"/>
                    <a:pt x="25993" y="2197"/>
                    <a:pt x="24354" y="2681"/>
                  </a:cubicBezTo>
                  <a:cubicBezTo>
                    <a:pt x="22716" y="3165"/>
                    <a:pt x="20817" y="2830"/>
                    <a:pt x="18545" y="2904"/>
                  </a:cubicBezTo>
                  <a:cubicBezTo>
                    <a:pt x="16274" y="2979"/>
                    <a:pt x="12401" y="2830"/>
                    <a:pt x="10725" y="3128"/>
                  </a:cubicBezTo>
                  <a:cubicBezTo>
                    <a:pt x="9049" y="3426"/>
                    <a:pt x="9682" y="4134"/>
                    <a:pt x="8490" y="4692"/>
                  </a:cubicBezTo>
                  <a:cubicBezTo>
                    <a:pt x="7298" y="5251"/>
                    <a:pt x="4990" y="5511"/>
                    <a:pt x="3575" y="6479"/>
                  </a:cubicBezTo>
                  <a:cubicBezTo>
                    <a:pt x="2160" y="7447"/>
                    <a:pt x="596" y="9831"/>
                    <a:pt x="0" y="10501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grpSp>
          <p:nvGrpSpPr>
            <p:cNvPr id="681" name="Google Shape;681;p49"/>
            <p:cNvGrpSpPr/>
            <p:nvPr/>
          </p:nvGrpSpPr>
          <p:grpSpPr>
            <a:xfrm>
              <a:off x="6570175" y="-56275"/>
              <a:ext cx="2640850" cy="676300"/>
              <a:chOff x="6570175" y="-56275"/>
              <a:chExt cx="2640850" cy="676300"/>
            </a:xfrm>
          </p:grpSpPr>
          <p:sp>
            <p:nvSpPr>
              <p:cNvPr id="682" name="Google Shape;682;p49"/>
              <p:cNvSpPr/>
              <p:nvPr/>
            </p:nvSpPr>
            <p:spPr>
              <a:xfrm>
                <a:off x="7900575" y="-25600"/>
                <a:ext cx="317250" cy="240500"/>
              </a:xfrm>
              <a:custGeom>
                <a:rect b="b" l="l" r="r" t="t"/>
                <a:pathLst>
                  <a:path extrusionOk="0" h="9620" w="12690">
                    <a:moveTo>
                      <a:pt x="0" y="9620"/>
                    </a:moveTo>
                    <a:cubicBezTo>
                      <a:pt x="853" y="9415"/>
                      <a:pt x="3480" y="9040"/>
                      <a:pt x="5117" y="8392"/>
                    </a:cubicBezTo>
                    <a:cubicBezTo>
                      <a:pt x="6754" y="7744"/>
                      <a:pt x="9005" y="6686"/>
                      <a:pt x="9824" y="5731"/>
                    </a:cubicBezTo>
                    <a:cubicBezTo>
                      <a:pt x="10643" y="4776"/>
                      <a:pt x="9551" y="3616"/>
                      <a:pt x="10029" y="2661"/>
                    </a:cubicBezTo>
                    <a:cubicBezTo>
                      <a:pt x="10507" y="1706"/>
                      <a:pt x="12247" y="444"/>
                      <a:pt x="1269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3" name="Google Shape;683;p49"/>
              <p:cNvSpPr/>
              <p:nvPr/>
            </p:nvSpPr>
            <p:spPr>
              <a:xfrm>
                <a:off x="8843507" y="368825"/>
                <a:ext cx="317249" cy="92100"/>
              </a:xfrm>
              <a:custGeom>
                <a:rect b="b" l="l" r="r" t="t"/>
                <a:pathLst>
                  <a:path extrusionOk="0" h="3684" w="10030">
                    <a:moveTo>
                      <a:pt x="0" y="3684"/>
                    </a:moveTo>
                    <a:cubicBezTo>
                      <a:pt x="1024" y="3445"/>
                      <a:pt x="4640" y="2558"/>
                      <a:pt x="6141" y="2251"/>
                    </a:cubicBezTo>
                    <a:cubicBezTo>
                      <a:pt x="7642" y="1944"/>
                      <a:pt x="8358" y="2217"/>
                      <a:pt x="9006" y="1842"/>
                    </a:cubicBezTo>
                    <a:cubicBezTo>
                      <a:pt x="9654" y="1467"/>
                      <a:pt x="9859" y="307"/>
                      <a:pt x="10030" y="0"/>
                    </a:cubicBezTo>
                  </a:path>
                </a:pathLst>
              </a:custGeom>
              <a:noFill/>
              <a:ln cap="flat" cmpd="sng" w="38100">
                <a:solidFill>
                  <a:schemeClr val="accent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84" name="Google Shape;684;p49"/>
              <p:cNvSpPr/>
              <p:nvPr/>
            </p:nvSpPr>
            <p:spPr>
              <a:xfrm>
                <a:off x="6570175" y="-56275"/>
                <a:ext cx="2640850" cy="676300"/>
              </a:xfrm>
              <a:custGeom>
                <a:rect b="b" l="l" r="r" t="t"/>
                <a:pathLst>
                  <a:path extrusionOk="0" h="27052" w="105634">
                    <a:moveTo>
                      <a:pt x="0" y="0"/>
                    </a:moveTo>
                    <a:cubicBezTo>
                      <a:pt x="2831" y="1058"/>
                      <a:pt x="12349" y="5288"/>
                      <a:pt x="16988" y="6345"/>
                    </a:cubicBezTo>
                    <a:cubicBezTo>
                      <a:pt x="21627" y="7403"/>
                      <a:pt x="23777" y="6209"/>
                      <a:pt x="27836" y="6345"/>
                    </a:cubicBezTo>
                    <a:cubicBezTo>
                      <a:pt x="31896" y="6481"/>
                      <a:pt x="37524" y="6617"/>
                      <a:pt x="41345" y="7163"/>
                    </a:cubicBezTo>
                    <a:cubicBezTo>
                      <a:pt x="45166" y="7709"/>
                      <a:pt x="47792" y="8596"/>
                      <a:pt x="50760" y="9619"/>
                    </a:cubicBezTo>
                    <a:cubicBezTo>
                      <a:pt x="53728" y="10643"/>
                      <a:pt x="55263" y="12451"/>
                      <a:pt x="59152" y="13304"/>
                    </a:cubicBezTo>
                    <a:cubicBezTo>
                      <a:pt x="63041" y="14157"/>
                      <a:pt x="69147" y="13952"/>
                      <a:pt x="74093" y="14736"/>
                    </a:cubicBezTo>
                    <a:cubicBezTo>
                      <a:pt x="79039" y="15521"/>
                      <a:pt x="85212" y="16107"/>
                      <a:pt x="88830" y="18011"/>
                    </a:cubicBezTo>
                    <a:cubicBezTo>
                      <a:pt x="92448" y="19915"/>
                      <a:pt x="93635" y="25024"/>
                      <a:pt x="95803" y="26158"/>
                    </a:cubicBezTo>
                    <a:cubicBezTo>
                      <a:pt x="97971" y="27293"/>
                      <a:pt x="100198" y="24669"/>
                      <a:pt x="101836" y="24818"/>
                    </a:cubicBezTo>
                    <a:cubicBezTo>
                      <a:pt x="103475" y="24967"/>
                      <a:pt x="105001" y="26680"/>
                      <a:pt x="105634" y="27052"/>
                    </a:cubicBezTo>
                  </a:path>
                </a:pathLst>
              </a:cu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58775" y="445025"/>
            <a:ext cx="762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b="1"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58775" y="1434450"/>
            <a:ext cx="7626300" cy="3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●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○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■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●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○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■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●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○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■"/>
              <a:defRPr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0"/>
          <p:cNvSpPr/>
          <p:nvPr/>
        </p:nvSpPr>
        <p:spPr>
          <a:xfrm>
            <a:off x="996200" y="907900"/>
            <a:ext cx="7219500" cy="3585600"/>
          </a:xfrm>
          <a:prstGeom prst="roundRect">
            <a:avLst>
              <a:gd fmla="val 474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0"/>
          <p:cNvSpPr/>
          <p:nvPr/>
        </p:nvSpPr>
        <p:spPr>
          <a:xfrm>
            <a:off x="1128827" y="1039481"/>
            <a:ext cx="6970500" cy="3338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0"/>
          <p:cNvSpPr/>
          <p:nvPr/>
        </p:nvSpPr>
        <p:spPr>
          <a:xfrm>
            <a:off x="1128827" y="1039480"/>
            <a:ext cx="6954300" cy="3334500"/>
          </a:xfrm>
          <a:prstGeom prst="roundRect">
            <a:avLst>
              <a:gd fmla="val 3465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0"/>
          <p:cNvSpPr txBox="1"/>
          <p:nvPr>
            <p:ph type="ctrTitle"/>
          </p:nvPr>
        </p:nvSpPr>
        <p:spPr>
          <a:xfrm>
            <a:off x="1232475" y="1321225"/>
            <a:ext cx="6763200" cy="1859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Charging the Gaps:</a:t>
            </a:r>
            <a:endParaRPr sz="5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Evaluating Electric Vehicle </a:t>
            </a:r>
            <a:endParaRPr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Charging Deserts Along U.S.</a:t>
            </a:r>
            <a:r>
              <a:rPr lang="en" sz="1800"/>
              <a:t> </a:t>
            </a:r>
            <a:r>
              <a:rPr lang="en" sz="2700"/>
              <a:t>Interstates</a:t>
            </a:r>
            <a:endParaRPr sz="5500"/>
          </a:p>
        </p:txBody>
      </p:sp>
      <p:sp>
        <p:nvSpPr>
          <p:cNvPr id="693" name="Google Shape;693;p50"/>
          <p:cNvSpPr txBox="1"/>
          <p:nvPr>
            <p:ph idx="1" type="subTitle"/>
          </p:nvPr>
        </p:nvSpPr>
        <p:spPr>
          <a:xfrm>
            <a:off x="1232475" y="3542225"/>
            <a:ext cx="6763200" cy="7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GEOG 573</a:t>
            </a:r>
            <a:r>
              <a:rPr b="1" lang="en"/>
              <a:t>   Drew Barkman, May Liu, Sam Leibowitz</a:t>
            </a:r>
            <a:endParaRPr b="1"/>
          </a:p>
        </p:txBody>
      </p:sp>
      <p:sp>
        <p:nvSpPr>
          <p:cNvPr id="694" name="Google Shape;694;p50"/>
          <p:cNvSpPr/>
          <p:nvPr/>
        </p:nvSpPr>
        <p:spPr>
          <a:xfrm>
            <a:off x="1275688" y="3734367"/>
            <a:ext cx="449700" cy="368100"/>
          </a:xfrm>
          <a:prstGeom prst="downArrow">
            <a:avLst>
              <a:gd fmla="val 50000" name="adj1"/>
              <a:gd fmla="val 4092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95" name="Google Shape;695;p50"/>
          <p:cNvSpPr/>
          <p:nvPr/>
        </p:nvSpPr>
        <p:spPr>
          <a:xfrm>
            <a:off x="7492463" y="3734367"/>
            <a:ext cx="449700" cy="368100"/>
          </a:xfrm>
          <a:prstGeom prst="downArrow">
            <a:avLst>
              <a:gd fmla="val 50000" name="adj1"/>
              <a:gd fmla="val 4092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1"/>
          <p:cNvSpPr txBox="1"/>
          <p:nvPr>
            <p:ph type="title"/>
          </p:nvPr>
        </p:nvSpPr>
        <p:spPr>
          <a:xfrm>
            <a:off x="758850" y="91000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Introduction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01" name="Google Shape;7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400" y="2758926"/>
            <a:ext cx="3483973" cy="229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547" y="2758925"/>
            <a:ext cx="3456978" cy="2292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1"/>
          <p:cNvSpPr txBox="1"/>
          <p:nvPr/>
        </p:nvSpPr>
        <p:spPr>
          <a:xfrm>
            <a:off x="342900" y="663700"/>
            <a:ext cx="84279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Barlow Medium"/>
              <a:buChar char="●"/>
            </a:pPr>
            <a:r>
              <a:rPr lang="en" sz="19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Electric vehicles (EVs) are rising in popularity due to sustainability awareness</a:t>
            </a:r>
            <a:endParaRPr sz="19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Barlow Medium"/>
              <a:buChar char="●"/>
            </a:pPr>
            <a:r>
              <a:rPr lang="en" sz="19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Rely on chargers, but </a:t>
            </a:r>
            <a:r>
              <a:rPr b="1" lang="en" sz="21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infrastructure along U.S. interstates is still uneven</a:t>
            </a:r>
            <a:r>
              <a:rPr lang="en" sz="19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, creating barriers to long‑distance electric travel (roadtrips!)</a:t>
            </a:r>
            <a:endParaRPr sz="19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Barlow Medium"/>
              <a:buChar char="●"/>
            </a:pPr>
            <a:r>
              <a:rPr lang="en" sz="19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Varga et al. (2019): driving range is the </a:t>
            </a:r>
            <a:r>
              <a:rPr b="1" lang="en" sz="21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primary factor influencing consumers’ decisions</a:t>
            </a:r>
            <a:r>
              <a:rPr lang="en" sz="19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 to adopt EV</a:t>
            </a:r>
            <a:endParaRPr sz="19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04" name="Google Shape;704;p51"/>
          <p:cNvSpPr/>
          <p:nvPr/>
        </p:nvSpPr>
        <p:spPr>
          <a:xfrm>
            <a:off x="7937026" y="4752860"/>
            <a:ext cx="1081145" cy="116997"/>
          </a:xfrm>
          <a:custGeom>
            <a:rect b="b" l="l" r="r" t="t"/>
            <a:pathLst>
              <a:path extrusionOk="0" h="6859" w="117420">
                <a:moveTo>
                  <a:pt x="58710" y="0"/>
                </a:moveTo>
                <a:cubicBezTo>
                  <a:pt x="26289" y="0"/>
                  <a:pt x="0" y="1536"/>
                  <a:pt x="0" y="3429"/>
                </a:cubicBezTo>
                <a:cubicBezTo>
                  <a:pt x="0" y="5322"/>
                  <a:pt x="26289" y="6858"/>
                  <a:pt x="58710" y="6858"/>
                </a:cubicBezTo>
                <a:cubicBezTo>
                  <a:pt x="74283" y="6858"/>
                  <a:pt x="89214" y="6501"/>
                  <a:pt x="100215" y="5858"/>
                </a:cubicBezTo>
                <a:cubicBezTo>
                  <a:pt x="111228" y="5215"/>
                  <a:pt x="117420" y="4334"/>
                  <a:pt x="117420" y="3429"/>
                </a:cubicBezTo>
                <a:cubicBezTo>
                  <a:pt x="117420" y="2524"/>
                  <a:pt x="111228" y="1655"/>
                  <a:pt x="100215" y="1012"/>
                </a:cubicBezTo>
                <a:cubicBezTo>
                  <a:pt x="89214" y="369"/>
                  <a:pt x="74283" y="0"/>
                  <a:pt x="587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52475" lIns="52475" spcFirstLastPara="1" rIns="52475" wrap="square" tIns="5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1"/>
          <p:cNvSpPr/>
          <p:nvPr/>
        </p:nvSpPr>
        <p:spPr>
          <a:xfrm rot="-5400000">
            <a:off x="7622938" y="3922708"/>
            <a:ext cx="1709400" cy="91200"/>
          </a:xfrm>
          <a:prstGeom prst="roundRect">
            <a:avLst>
              <a:gd fmla="val 3773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52475" lIns="52475" spcFirstLastPara="1" rIns="52475" wrap="square" tIns="5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1"/>
          <p:cNvSpPr/>
          <p:nvPr/>
        </p:nvSpPr>
        <p:spPr>
          <a:xfrm>
            <a:off x="8031807" y="3963870"/>
            <a:ext cx="1023000" cy="252600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2475" lIns="52475" spcFirstLastPara="1" rIns="52475" wrap="square" tIns="5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1"/>
          <p:cNvSpPr/>
          <p:nvPr/>
        </p:nvSpPr>
        <p:spPr>
          <a:xfrm>
            <a:off x="8061702" y="3989949"/>
            <a:ext cx="956400" cy="200400"/>
          </a:xfrm>
          <a:prstGeom prst="homePlate">
            <a:avLst>
              <a:gd fmla="val 50000" name="adj"/>
            </a:avLst>
          </a:prstGeom>
          <a:noFill/>
          <a:ln cap="flat" cmpd="sng" w="5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75" lIns="52475" spcFirstLastPara="1" rIns="52475" wrap="square" tIns="5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9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08" name="Google Shape;708;p51"/>
          <p:cNvSpPr/>
          <p:nvPr/>
        </p:nvSpPr>
        <p:spPr>
          <a:xfrm flipH="1">
            <a:off x="7900706" y="3623544"/>
            <a:ext cx="1023000" cy="252600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2475" lIns="52475" spcFirstLastPara="1" rIns="52475" wrap="square" tIns="5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1"/>
          <p:cNvSpPr/>
          <p:nvPr/>
        </p:nvSpPr>
        <p:spPr>
          <a:xfrm flipH="1">
            <a:off x="7937412" y="3649623"/>
            <a:ext cx="956400" cy="200400"/>
          </a:xfrm>
          <a:prstGeom prst="homePlate">
            <a:avLst>
              <a:gd fmla="val 50000" name="adj"/>
            </a:avLst>
          </a:prstGeom>
          <a:noFill/>
          <a:ln cap="flat" cmpd="sng" w="54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2475" lIns="52475" spcFirstLastPara="1" rIns="52475" wrap="square" tIns="5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91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710" name="Google Shape;710;p51"/>
          <p:cNvSpPr/>
          <p:nvPr/>
        </p:nvSpPr>
        <p:spPr>
          <a:xfrm>
            <a:off x="8031807" y="3283217"/>
            <a:ext cx="1023000" cy="252600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52475" lIns="52475" spcFirstLastPara="1" rIns="52475" wrap="square" tIns="52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1" name="Google Shape;711;p51"/>
          <p:cNvGrpSpPr/>
          <p:nvPr/>
        </p:nvGrpSpPr>
        <p:grpSpPr>
          <a:xfrm rot="2700483">
            <a:off x="8310111" y="2828272"/>
            <a:ext cx="335220" cy="335220"/>
            <a:chOff x="1662975" y="1078284"/>
            <a:chExt cx="666300" cy="666300"/>
          </a:xfrm>
        </p:grpSpPr>
        <p:sp>
          <p:nvSpPr>
            <p:cNvPr id="712" name="Google Shape;712;p51"/>
            <p:cNvSpPr/>
            <p:nvPr/>
          </p:nvSpPr>
          <p:spPr>
            <a:xfrm>
              <a:off x="1662975" y="1078284"/>
              <a:ext cx="666300" cy="666300"/>
            </a:xfrm>
            <a:prstGeom prst="roundRect">
              <a:avLst>
                <a:gd fmla="val 14606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51"/>
            <p:cNvSpPr/>
            <p:nvPr/>
          </p:nvSpPr>
          <p:spPr>
            <a:xfrm>
              <a:off x="1701454" y="1116751"/>
              <a:ext cx="589500" cy="589500"/>
            </a:xfrm>
            <a:prstGeom prst="roundRect">
              <a:avLst>
                <a:gd fmla="val 16667" name="adj"/>
              </a:avLst>
            </a:prstGeom>
            <a:noFill/>
            <a:ln cap="flat" cmpd="sng" w="109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4" name="Google Shape;714;p51"/>
          <p:cNvGrpSpPr/>
          <p:nvPr/>
        </p:nvGrpSpPr>
        <p:grpSpPr>
          <a:xfrm>
            <a:off x="8401845" y="2900291"/>
            <a:ext cx="196962" cy="187345"/>
            <a:chOff x="-6690625" y="3631325"/>
            <a:chExt cx="307225" cy="292225"/>
          </a:xfrm>
        </p:grpSpPr>
        <p:sp>
          <p:nvSpPr>
            <p:cNvPr id="715" name="Google Shape;715;p51"/>
            <p:cNvSpPr/>
            <p:nvPr/>
          </p:nvSpPr>
          <p:spPr>
            <a:xfrm>
              <a:off x="-6690625" y="3631325"/>
              <a:ext cx="222925" cy="292225"/>
            </a:xfrm>
            <a:custGeom>
              <a:rect b="b" l="l" r="r" t="t"/>
              <a:pathLst>
                <a:path extrusionOk="0" h="11689" w="8917">
                  <a:moveTo>
                    <a:pt x="5861" y="2773"/>
                  </a:moveTo>
                  <a:cubicBezTo>
                    <a:pt x="6270" y="2773"/>
                    <a:pt x="6333" y="3435"/>
                    <a:pt x="5861" y="3435"/>
                  </a:cubicBezTo>
                  <a:lnTo>
                    <a:pt x="3813" y="3435"/>
                  </a:lnTo>
                  <a:cubicBezTo>
                    <a:pt x="3372" y="3435"/>
                    <a:pt x="3340" y="2773"/>
                    <a:pt x="3813" y="2773"/>
                  </a:cubicBezTo>
                  <a:close/>
                  <a:moveTo>
                    <a:pt x="2742" y="0"/>
                  </a:moveTo>
                  <a:lnTo>
                    <a:pt x="2742" y="2395"/>
                  </a:lnTo>
                  <a:cubicBezTo>
                    <a:pt x="2742" y="2584"/>
                    <a:pt x="2584" y="2741"/>
                    <a:pt x="2395" y="2741"/>
                  </a:cubicBezTo>
                  <a:lnTo>
                    <a:pt x="1" y="2741"/>
                  </a:lnTo>
                  <a:lnTo>
                    <a:pt x="1" y="10649"/>
                  </a:lnTo>
                  <a:cubicBezTo>
                    <a:pt x="1" y="11216"/>
                    <a:pt x="473" y="11689"/>
                    <a:pt x="1009" y="11689"/>
                  </a:cubicBezTo>
                  <a:lnTo>
                    <a:pt x="7909" y="11689"/>
                  </a:lnTo>
                  <a:cubicBezTo>
                    <a:pt x="8444" y="11689"/>
                    <a:pt x="8917" y="11248"/>
                    <a:pt x="8917" y="10649"/>
                  </a:cubicBezTo>
                  <a:lnTo>
                    <a:pt x="8917" y="7751"/>
                  </a:lnTo>
                  <a:lnTo>
                    <a:pt x="6491" y="10177"/>
                  </a:lnTo>
                  <a:cubicBezTo>
                    <a:pt x="6491" y="10271"/>
                    <a:pt x="6428" y="10303"/>
                    <a:pt x="6365" y="10303"/>
                  </a:cubicBezTo>
                  <a:lnTo>
                    <a:pt x="4317" y="10901"/>
                  </a:lnTo>
                  <a:cubicBezTo>
                    <a:pt x="4198" y="10938"/>
                    <a:pt x="4080" y="10955"/>
                    <a:pt x="3967" y="10955"/>
                  </a:cubicBezTo>
                  <a:cubicBezTo>
                    <a:pt x="3209" y="10955"/>
                    <a:pt x="2625" y="10192"/>
                    <a:pt x="2899" y="9452"/>
                  </a:cubicBezTo>
                  <a:lnTo>
                    <a:pt x="3057" y="8979"/>
                  </a:lnTo>
                  <a:lnTo>
                    <a:pt x="1765" y="8979"/>
                  </a:lnTo>
                  <a:cubicBezTo>
                    <a:pt x="1324" y="8979"/>
                    <a:pt x="1293" y="8255"/>
                    <a:pt x="1765" y="8255"/>
                  </a:cubicBezTo>
                  <a:lnTo>
                    <a:pt x="3277" y="8255"/>
                  </a:lnTo>
                  <a:lnTo>
                    <a:pt x="3529" y="7593"/>
                  </a:lnTo>
                  <a:lnTo>
                    <a:pt x="1797" y="7593"/>
                  </a:lnTo>
                  <a:cubicBezTo>
                    <a:pt x="1356" y="7593"/>
                    <a:pt x="1324" y="6869"/>
                    <a:pt x="1797" y="6869"/>
                  </a:cubicBezTo>
                  <a:lnTo>
                    <a:pt x="4034" y="6869"/>
                  </a:lnTo>
                  <a:lnTo>
                    <a:pt x="4695" y="6207"/>
                  </a:lnTo>
                  <a:lnTo>
                    <a:pt x="1765" y="6207"/>
                  </a:lnTo>
                  <a:cubicBezTo>
                    <a:pt x="1324" y="6207"/>
                    <a:pt x="1293" y="5514"/>
                    <a:pt x="1765" y="5514"/>
                  </a:cubicBezTo>
                  <a:lnTo>
                    <a:pt x="5388" y="5514"/>
                  </a:lnTo>
                  <a:lnTo>
                    <a:pt x="6050" y="4821"/>
                  </a:lnTo>
                  <a:lnTo>
                    <a:pt x="1734" y="4821"/>
                  </a:lnTo>
                  <a:cubicBezTo>
                    <a:pt x="1293" y="4821"/>
                    <a:pt x="1261" y="4128"/>
                    <a:pt x="1734" y="4128"/>
                  </a:cubicBezTo>
                  <a:lnTo>
                    <a:pt x="6711" y="4128"/>
                  </a:lnTo>
                  <a:cubicBezTo>
                    <a:pt x="6963" y="3876"/>
                    <a:pt x="8696" y="2080"/>
                    <a:pt x="8917" y="1891"/>
                  </a:cubicBezTo>
                  <a:lnTo>
                    <a:pt x="8917" y="1009"/>
                  </a:lnTo>
                  <a:cubicBezTo>
                    <a:pt x="8917" y="473"/>
                    <a:pt x="8507" y="0"/>
                    <a:pt x="79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51"/>
            <p:cNvSpPr/>
            <p:nvPr/>
          </p:nvSpPr>
          <p:spPr>
            <a:xfrm>
              <a:off x="-6604350" y="3832175"/>
              <a:ext cx="58675" cy="56550"/>
            </a:xfrm>
            <a:custGeom>
              <a:rect b="b" l="l" r="r" t="t"/>
              <a:pathLst>
                <a:path extrusionOk="0" h="2262" w="2347">
                  <a:moveTo>
                    <a:pt x="614" y="0"/>
                  </a:moveTo>
                  <a:lnTo>
                    <a:pt x="110" y="1607"/>
                  </a:lnTo>
                  <a:cubicBezTo>
                    <a:pt x="1" y="1934"/>
                    <a:pt x="222" y="2262"/>
                    <a:pt x="550" y="2262"/>
                  </a:cubicBezTo>
                  <a:cubicBezTo>
                    <a:pt x="600" y="2262"/>
                    <a:pt x="654" y="2254"/>
                    <a:pt x="709" y="2237"/>
                  </a:cubicBezTo>
                  <a:lnTo>
                    <a:pt x="2347" y="1701"/>
                  </a:lnTo>
                  <a:lnTo>
                    <a:pt x="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51"/>
            <p:cNvSpPr/>
            <p:nvPr/>
          </p:nvSpPr>
          <p:spPr>
            <a:xfrm>
              <a:off x="-6470875" y="3684775"/>
              <a:ext cx="87475" cy="71800"/>
            </a:xfrm>
            <a:custGeom>
              <a:rect b="b" l="l" r="r" t="t"/>
              <a:pathLst>
                <a:path extrusionOk="0" h="2872" w="3499">
                  <a:moveTo>
                    <a:pt x="1479" y="1"/>
                  </a:moveTo>
                  <a:cubicBezTo>
                    <a:pt x="1176" y="1"/>
                    <a:pt x="868" y="114"/>
                    <a:pt x="599" y="383"/>
                  </a:cubicBezTo>
                  <a:lnTo>
                    <a:pt x="1" y="950"/>
                  </a:lnTo>
                  <a:lnTo>
                    <a:pt x="1954" y="2872"/>
                  </a:lnTo>
                  <a:lnTo>
                    <a:pt x="2521" y="2305"/>
                  </a:lnTo>
                  <a:cubicBezTo>
                    <a:pt x="3498" y="1352"/>
                    <a:pt x="2524" y="1"/>
                    <a:pt x="14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51"/>
            <p:cNvSpPr/>
            <p:nvPr/>
          </p:nvSpPr>
          <p:spPr>
            <a:xfrm>
              <a:off x="-6578775" y="3721900"/>
              <a:ext cx="143375" cy="143375"/>
            </a:xfrm>
            <a:custGeom>
              <a:rect b="b" l="l" r="r" t="t"/>
              <a:pathLst>
                <a:path extrusionOk="0" h="5735" w="5735">
                  <a:moveTo>
                    <a:pt x="3813" y="1"/>
                  </a:moveTo>
                  <a:lnTo>
                    <a:pt x="1" y="3813"/>
                  </a:lnTo>
                  <a:lnTo>
                    <a:pt x="1922" y="5734"/>
                  </a:lnTo>
                  <a:lnTo>
                    <a:pt x="4474" y="3183"/>
                  </a:lnTo>
                  <a:lnTo>
                    <a:pt x="5734" y="1922"/>
                  </a:lnTo>
                  <a:lnTo>
                    <a:pt x="38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51"/>
            <p:cNvSpPr/>
            <p:nvPr/>
          </p:nvSpPr>
          <p:spPr>
            <a:xfrm>
              <a:off x="-6685100" y="3636850"/>
              <a:ext cx="47275" cy="46475"/>
            </a:xfrm>
            <a:custGeom>
              <a:rect b="b" l="l" r="r" t="t"/>
              <a:pathLst>
                <a:path extrusionOk="0" h="1859" w="1891">
                  <a:moveTo>
                    <a:pt x="1891" y="0"/>
                  </a:moveTo>
                  <a:lnTo>
                    <a:pt x="0" y="1859"/>
                  </a:lnTo>
                  <a:lnTo>
                    <a:pt x="1891" y="1859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2475" lIns="52475" spcFirstLastPara="1" rIns="52475" wrap="square" tIns="524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2"/>
          <p:cNvSpPr txBox="1"/>
          <p:nvPr>
            <p:ph type="title"/>
          </p:nvPr>
        </p:nvSpPr>
        <p:spPr>
          <a:xfrm>
            <a:off x="758850" y="91000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Project Goal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25" name="Google Shape;725;p52"/>
          <p:cNvSpPr txBox="1"/>
          <p:nvPr>
            <p:ph idx="1" type="body"/>
          </p:nvPr>
        </p:nvSpPr>
        <p:spPr>
          <a:xfrm>
            <a:off x="0" y="559525"/>
            <a:ext cx="9144000" cy="3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Identify and visualize highway segments with highest need for EV chargers across the U.S.</a:t>
            </a:r>
            <a:endParaRPr sz="17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Roboto Condensed"/>
              <a:buChar char="○"/>
            </a:pPr>
            <a:r>
              <a:rPr b="1" lang="en" sz="18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“Charging deserts”</a:t>
            </a:r>
            <a:endParaRPr b="1" sz="18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700"/>
              <a:t>Create</a:t>
            </a:r>
            <a:r>
              <a:rPr b="1" lang="en" sz="1700">
                <a:solidFill>
                  <a:schemeClr val="accent5"/>
                </a:solidFill>
              </a:rPr>
              <a:t> </a:t>
            </a:r>
            <a:r>
              <a:rPr b="1" lang="en" sz="1800">
                <a:solidFill>
                  <a:schemeClr val="accent5"/>
                </a:solidFill>
              </a:rPr>
              <a:t>customized priority ranking metric</a:t>
            </a:r>
            <a:r>
              <a:rPr lang="en" sz="1700"/>
              <a:t> for EV charger implementation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National Level 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Ranking metric considering: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Vehicle miles traveled (VMT)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Proximity to other EV chargers</a:t>
            </a:r>
            <a:endParaRPr sz="17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700"/>
              <a:t>Incorporate </a:t>
            </a:r>
            <a:r>
              <a:rPr b="1" lang="en" sz="18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Network Analysis</a:t>
            </a:r>
            <a:r>
              <a:rPr lang="en" sz="1700"/>
              <a:t> to further improve ranking method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Case study: Twin Cities, MN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Ranking metric considering: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VMT</a:t>
            </a:r>
            <a:endParaRPr sz="17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ts val="1700"/>
              <a:buChar char="■"/>
            </a:pPr>
            <a:r>
              <a:rPr lang="en" sz="1700"/>
              <a:t>Proximity to other EV chargers</a:t>
            </a:r>
            <a:endParaRPr sz="17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 sz="1800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rPr>
              <a:t>Betweenness centrality:</a:t>
            </a:r>
            <a:r>
              <a:rPr lang="en" sz="1700"/>
              <a:t> higher betweenness = greater need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Identify list of top 10 highest priority area/ZIP code &amp; visualize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6" name="Google Shape;726;p52"/>
          <p:cNvGrpSpPr/>
          <p:nvPr/>
        </p:nvGrpSpPr>
        <p:grpSpPr>
          <a:xfrm>
            <a:off x="7430645" y="1991580"/>
            <a:ext cx="1511746" cy="1471042"/>
            <a:chOff x="2391950" y="1807200"/>
            <a:chExt cx="2365800" cy="2302100"/>
          </a:xfrm>
        </p:grpSpPr>
        <p:sp>
          <p:nvSpPr>
            <p:cNvPr id="727" name="Google Shape;727;p52"/>
            <p:cNvSpPr/>
            <p:nvPr/>
          </p:nvSpPr>
          <p:spPr>
            <a:xfrm>
              <a:off x="2459825" y="1864650"/>
              <a:ext cx="2230650" cy="2198500"/>
            </a:xfrm>
            <a:custGeom>
              <a:rect b="b" l="l" r="r" t="t"/>
              <a:pathLst>
                <a:path extrusionOk="0" h="87940" w="89226">
                  <a:moveTo>
                    <a:pt x="44553" y="3132"/>
                  </a:moveTo>
                  <a:cubicBezTo>
                    <a:pt x="46518" y="4120"/>
                    <a:pt x="52531" y="6775"/>
                    <a:pt x="60174" y="6775"/>
                  </a:cubicBezTo>
                  <a:cubicBezTo>
                    <a:pt x="60227" y="6775"/>
                    <a:pt x="60279" y="6775"/>
                    <a:pt x="60331" y="6775"/>
                  </a:cubicBezTo>
                  <a:cubicBezTo>
                    <a:pt x="64826" y="6775"/>
                    <a:pt x="69270" y="5764"/>
                    <a:pt x="73331" y="3834"/>
                  </a:cubicBezTo>
                  <a:lnTo>
                    <a:pt x="85428" y="16359"/>
                  </a:lnTo>
                  <a:cubicBezTo>
                    <a:pt x="83868" y="18157"/>
                    <a:pt x="80748" y="22182"/>
                    <a:pt x="79427" y="26742"/>
                  </a:cubicBezTo>
                  <a:lnTo>
                    <a:pt x="9811" y="26742"/>
                  </a:lnTo>
                  <a:cubicBezTo>
                    <a:pt x="8478" y="22182"/>
                    <a:pt x="5358" y="18157"/>
                    <a:pt x="3798" y="16359"/>
                  </a:cubicBezTo>
                  <a:lnTo>
                    <a:pt x="15895" y="3846"/>
                  </a:lnTo>
                  <a:cubicBezTo>
                    <a:pt x="17907" y="4787"/>
                    <a:pt x="22932" y="6751"/>
                    <a:pt x="29540" y="6751"/>
                  </a:cubicBezTo>
                  <a:cubicBezTo>
                    <a:pt x="34755" y="6751"/>
                    <a:pt x="39898" y="5501"/>
                    <a:pt x="44553" y="3132"/>
                  </a:cubicBezTo>
                  <a:close/>
                  <a:moveTo>
                    <a:pt x="78903" y="29361"/>
                  </a:moveTo>
                  <a:cubicBezTo>
                    <a:pt x="78891" y="29504"/>
                    <a:pt x="78867" y="29659"/>
                    <a:pt x="78855" y="29802"/>
                  </a:cubicBezTo>
                  <a:cubicBezTo>
                    <a:pt x="78320" y="36731"/>
                    <a:pt x="79117" y="40315"/>
                    <a:pt x="82725" y="47220"/>
                  </a:cubicBezTo>
                  <a:cubicBezTo>
                    <a:pt x="85951" y="53376"/>
                    <a:pt x="85951" y="55864"/>
                    <a:pt x="85951" y="61317"/>
                  </a:cubicBezTo>
                  <a:cubicBezTo>
                    <a:pt x="85928" y="66604"/>
                    <a:pt x="82439" y="73795"/>
                    <a:pt x="75950" y="76736"/>
                  </a:cubicBezTo>
                  <a:cubicBezTo>
                    <a:pt x="71366" y="78820"/>
                    <a:pt x="67794" y="79022"/>
                    <a:pt x="64008" y="79224"/>
                  </a:cubicBezTo>
                  <a:cubicBezTo>
                    <a:pt x="62091" y="79331"/>
                    <a:pt x="60103" y="79451"/>
                    <a:pt x="57972" y="79820"/>
                  </a:cubicBezTo>
                  <a:cubicBezTo>
                    <a:pt x="52733" y="80713"/>
                    <a:pt x="48352" y="82439"/>
                    <a:pt x="44613" y="85082"/>
                  </a:cubicBezTo>
                  <a:cubicBezTo>
                    <a:pt x="40874" y="82439"/>
                    <a:pt x="36505" y="80713"/>
                    <a:pt x="31254" y="79820"/>
                  </a:cubicBezTo>
                  <a:cubicBezTo>
                    <a:pt x="29123" y="79451"/>
                    <a:pt x="27147" y="79331"/>
                    <a:pt x="25230" y="79224"/>
                  </a:cubicBezTo>
                  <a:cubicBezTo>
                    <a:pt x="21443" y="79022"/>
                    <a:pt x="17872" y="78820"/>
                    <a:pt x="13276" y="76736"/>
                  </a:cubicBezTo>
                  <a:cubicBezTo>
                    <a:pt x="6799" y="73795"/>
                    <a:pt x="3298" y="66604"/>
                    <a:pt x="3298" y="61317"/>
                  </a:cubicBezTo>
                  <a:cubicBezTo>
                    <a:pt x="3298" y="55864"/>
                    <a:pt x="3298" y="53376"/>
                    <a:pt x="6513" y="47220"/>
                  </a:cubicBezTo>
                  <a:cubicBezTo>
                    <a:pt x="10121" y="40315"/>
                    <a:pt x="10918" y="36731"/>
                    <a:pt x="10383" y="29802"/>
                  </a:cubicBezTo>
                  <a:cubicBezTo>
                    <a:pt x="10371" y="29659"/>
                    <a:pt x="10359" y="29504"/>
                    <a:pt x="10335" y="29361"/>
                  </a:cubicBezTo>
                  <a:close/>
                  <a:moveTo>
                    <a:pt x="44577" y="0"/>
                  </a:moveTo>
                  <a:lnTo>
                    <a:pt x="43911" y="357"/>
                  </a:lnTo>
                  <a:cubicBezTo>
                    <a:pt x="39350" y="2774"/>
                    <a:pt x="34516" y="4001"/>
                    <a:pt x="29540" y="4001"/>
                  </a:cubicBezTo>
                  <a:cubicBezTo>
                    <a:pt x="21801" y="4001"/>
                    <a:pt x="16336" y="989"/>
                    <a:pt x="16276" y="953"/>
                  </a:cubicBezTo>
                  <a:lnTo>
                    <a:pt x="15347" y="429"/>
                  </a:lnTo>
                  <a:lnTo>
                    <a:pt x="929" y="15359"/>
                  </a:lnTo>
                  <a:lnTo>
                    <a:pt x="0" y="16324"/>
                  </a:lnTo>
                  <a:lnTo>
                    <a:pt x="929" y="17276"/>
                  </a:lnTo>
                  <a:cubicBezTo>
                    <a:pt x="988" y="17348"/>
                    <a:pt x="7144" y="23765"/>
                    <a:pt x="7632" y="30016"/>
                  </a:cubicBezTo>
                  <a:cubicBezTo>
                    <a:pt x="8120" y="36398"/>
                    <a:pt x="7430" y="39517"/>
                    <a:pt x="4072" y="45935"/>
                  </a:cubicBezTo>
                  <a:cubicBezTo>
                    <a:pt x="548" y="52697"/>
                    <a:pt x="548" y="55757"/>
                    <a:pt x="548" y="61317"/>
                  </a:cubicBezTo>
                  <a:cubicBezTo>
                    <a:pt x="548" y="64461"/>
                    <a:pt x="1584" y="68056"/>
                    <a:pt x="3417" y="71188"/>
                  </a:cubicBezTo>
                  <a:cubicBezTo>
                    <a:pt x="5549" y="74843"/>
                    <a:pt x="8573" y="77629"/>
                    <a:pt x="12145" y="79248"/>
                  </a:cubicBezTo>
                  <a:cubicBezTo>
                    <a:pt x="17205" y="81534"/>
                    <a:pt x="21205" y="81760"/>
                    <a:pt x="25075" y="81975"/>
                  </a:cubicBezTo>
                  <a:cubicBezTo>
                    <a:pt x="26992" y="82082"/>
                    <a:pt x="28813" y="82189"/>
                    <a:pt x="30790" y="82534"/>
                  </a:cubicBezTo>
                  <a:cubicBezTo>
                    <a:pt x="35850" y="83403"/>
                    <a:pt x="40005" y="85082"/>
                    <a:pt x="43494" y="87678"/>
                  </a:cubicBezTo>
                  <a:lnTo>
                    <a:pt x="43863" y="87940"/>
                  </a:lnTo>
                  <a:lnTo>
                    <a:pt x="45375" y="87940"/>
                  </a:lnTo>
                  <a:lnTo>
                    <a:pt x="45744" y="87678"/>
                  </a:lnTo>
                  <a:cubicBezTo>
                    <a:pt x="49233" y="85082"/>
                    <a:pt x="53388" y="83403"/>
                    <a:pt x="58448" y="82534"/>
                  </a:cubicBezTo>
                  <a:cubicBezTo>
                    <a:pt x="60424" y="82189"/>
                    <a:pt x="62246" y="82082"/>
                    <a:pt x="64163" y="81975"/>
                  </a:cubicBezTo>
                  <a:cubicBezTo>
                    <a:pt x="68033" y="81760"/>
                    <a:pt x="72033" y="81534"/>
                    <a:pt x="77093" y="79248"/>
                  </a:cubicBezTo>
                  <a:cubicBezTo>
                    <a:pt x="80665" y="77629"/>
                    <a:pt x="83689" y="74843"/>
                    <a:pt x="85821" y="71188"/>
                  </a:cubicBezTo>
                  <a:cubicBezTo>
                    <a:pt x="87654" y="68056"/>
                    <a:pt x="88702" y="64461"/>
                    <a:pt x="88702" y="61317"/>
                  </a:cubicBezTo>
                  <a:cubicBezTo>
                    <a:pt x="88702" y="55757"/>
                    <a:pt x="88702" y="52685"/>
                    <a:pt x="85166" y="45935"/>
                  </a:cubicBezTo>
                  <a:cubicBezTo>
                    <a:pt x="81808" y="39517"/>
                    <a:pt x="81106" y="36398"/>
                    <a:pt x="81606" y="30016"/>
                  </a:cubicBezTo>
                  <a:cubicBezTo>
                    <a:pt x="82082" y="23765"/>
                    <a:pt x="88237" y="17348"/>
                    <a:pt x="88297" y="17276"/>
                  </a:cubicBezTo>
                  <a:lnTo>
                    <a:pt x="89226" y="16324"/>
                  </a:lnTo>
                  <a:lnTo>
                    <a:pt x="73902" y="465"/>
                  </a:lnTo>
                  <a:lnTo>
                    <a:pt x="72986" y="929"/>
                  </a:lnTo>
                  <a:cubicBezTo>
                    <a:pt x="69064" y="2954"/>
                    <a:pt x="64724" y="4013"/>
                    <a:pt x="60310" y="4013"/>
                  </a:cubicBezTo>
                  <a:cubicBezTo>
                    <a:pt x="60261" y="4013"/>
                    <a:pt x="60212" y="4013"/>
                    <a:pt x="60163" y="4013"/>
                  </a:cubicBezTo>
                  <a:cubicBezTo>
                    <a:pt x="51745" y="4013"/>
                    <a:pt x="45304" y="417"/>
                    <a:pt x="45244" y="381"/>
                  </a:cubicBezTo>
                  <a:lnTo>
                    <a:pt x="44577" y="0"/>
                  </a:lnTo>
                  <a:close/>
                </a:path>
              </a:pathLst>
            </a:custGeom>
            <a:solidFill>
              <a:srgbClr val="1D1D1B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52"/>
            <p:cNvSpPr/>
            <p:nvPr/>
          </p:nvSpPr>
          <p:spPr>
            <a:xfrm>
              <a:off x="2391950" y="1807200"/>
              <a:ext cx="2365800" cy="2302100"/>
            </a:xfrm>
            <a:custGeom>
              <a:rect b="b" l="l" r="r" t="t"/>
              <a:pathLst>
                <a:path extrusionOk="0" h="92084" w="94632">
                  <a:moveTo>
                    <a:pt x="47328" y="0"/>
                  </a:moveTo>
                  <a:lnTo>
                    <a:pt x="45721" y="846"/>
                  </a:lnTo>
                  <a:cubicBezTo>
                    <a:pt x="41434" y="3108"/>
                    <a:pt x="36898" y="4263"/>
                    <a:pt x="32243" y="4263"/>
                  </a:cubicBezTo>
                  <a:cubicBezTo>
                    <a:pt x="25182" y="4263"/>
                    <a:pt x="20086" y="1548"/>
                    <a:pt x="19920" y="1465"/>
                  </a:cubicBezTo>
                  <a:lnTo>
                    <a:pt x="17705" y="215"/>
                  </a:lnTo>
                  <a:lnTo>
                    <a:pt x="2227" y="16217"/>
                  </a:lnTo>
                  <a:lnTo>
                    <a:pt x="1" y="18526"/>
                  </a:lnTo>
                  <a:lnTo>
                    <a:pt x="2239" y="20824"/>
                  </a:lnTo>
                  <a:cubicBezTo>
                    <a:pt x="3334" y="22015"/>
                    <a:pt x="4346" y="23301"/>
                    <a:pt x="5251" y="24646"/>
                  </a:cubicBezTo>
                  <a:cubicBezTo>
                    <a:pt x="7132" y="27480"/>
                    <a:pt x="8228" y="30147"/>
                    <a:pt x="8395" y="32362"/>
                  </a:cubicBezTo>
                  <a:cubicBezTo>
                    <a:pt x="8871" y="38362"/>
                    <a:pt x="8240" y="41136"/>
                    <a:pt x="5061" y="47244"/>
                  </a:cubicBezTo>
                  <a:cubicBezTo>
                    <a:pt x="1310" y="54424"/>
                    <a:pt x="1310" y="57841"/>
                    <a:pt x="1310" y="63520"/>
                  </a:cubicBezTo>
                  <a:cubicBezTo>
                    <a:pt x="1310" y="66997"/>
                    <a:pt x="2453" y="70938"/>
                    <a:pt x="4442" y="74355"/>
                  </a:cubicBezTo>
                  <a:cubicBezTo>
                    <a:pt x="6787" y="78367"/>
                    <a:pt x="10109" y="81427"/>
                    <a:pt x="14050" y="83213"/>
                  </a:cubicBezTo>
                  <a:cubicBezTo>
                    <a:pt x="16396" y="84285"/>
                    <a:pt x="18872" y="85047"/>
                    <a:pt x="21420" y="85499"/>
                  </a:cubicBezTo>
                  <a:cubicBezTo>
                    <a:pt x="23646" y="85892"/>
                    <a:pt x="25694" y="85999"/>
                    <a:pt x="27671" y="86106"/>
                  </a:cubicBezTo>
                  <a:cubicBezTo>
                    <a:pt x="29540" y="86213"/>
                    <a:pt x="31302" y="86321"/>
                    <a:pt x="33160" y="86630"/>
                  </a:cubicBezTo>
                  <a:cubicBezTo>
                    <a:pt x="37910" y="87452"/>
                    <a:pt x="41803" y="89023"/>
                    <a:pt x="45054" y="91428"/>
                  </a:cubicBezTo>
                  <a:lnTo>
                    <a:pt x="45923" y="92083"/>
                  </a:lnTo>
                  <a:lnTo>
                    <a:pt x="48709" y="92083"/>
                  </a:lnTo>
                  <a:lnTo>
                    <a:pt x="49590" y="91428"/>
                  </a:lnTo>
                  <a:cubicBezTo>
                    <a:pt x="52829" y="89023"/>
                    <a:pt x="56722" y="87464"/>
                    <a:pt x="61473" y="86642"/>
                  </a:cubicBezTo>
                  <a:cubicBezTo>
                    <a:pt x="63342" y="86321"/>
                    <a:pt x="65104" y="86225"/>
                    <a:pt x="66973" y="86118"/>
                  </a:cubicBezTo>
                  <a:cubicBezTo>
                    <a:pt x="68950" y="86011"/>
                    <a:pt x="70986" y="85892"/>
                    <a:pt x="73224" y="85499"/>
                  </a:cubicBezTo>
                  <a:cubicBezTo>
                    <a:pt x="75772" y="85058"/>
                    <a:pt x="78249" y="84285"/>
                    <a:pt x="80594" y="83213"/>
                  </a:cubicBezTo>
                  <a:cubicBezTo>
                    <a:pt x="84535" y="81427"/>
                    <a:pt x="87857" y="78367"/>
                    <a:pt x="90190" y="74367"/>
                  </a:cubicBezTo>
                  <a:cubicBezTo>
                    <a:pt x="92191" y="70950"/>
                    <a:pt x="93334" y="66997"/>
                    <a:pt x="93334" y="63532"/>
                  </a:cubicBezTo>
                  <a:cubicBezTo>
                    <a:pt x="93334" y="57841"/>
                    <a:pt x="93334" y="54424"/>
                    <a:pt x="89583" y="47244"/>
                  </a:cubicBezTo>
                  <a:cubicBezTo>
                    <a:pt x="86392" y="41136"/>
                    <a:pt x="85773" y="38362"/>
                    <a:pt x="86238" y="32362"/>
                  </a:cubicBezTo>
                  <a:cubicBezTo>
                    <a:pt x="86666" y="26849"/>
                    <a:pt x="92346" y="20884"/>
                    <a:pt x="92393" y="20824"/>
                  </a:cubicBezTo>
                  <a:lnTo>
                    <a:pt x="94632" y="18526"/>
                  </a:lnTo>
                  <a:lnTo>
                    <a:pt x="76998" y="274"/>
                  </a:lnTo>
                  <a:lnTo>
                    <a:pt x="74808" y="1405"/>
                  </a:lnTo>
                  <a:cubicBezTo>
                    <a:pt x="71139" y="3311"/>
                    <a:pt x="67070" y="4287"/>
                    <a:pt x="62952" y="4287"/>
                  </a:cubicBezTo>
                  <a:cubicBezTo>
                    <a:pt x="62927" y="4287"/>
                    <a:pt x="62903" y="4287"/>
                    <a:pt x="62878" y="4287"/>
                  </a:cubicBezTo>
                  <a:cubicBezTo>
                    <a:pt x="55055" y="4287"/>
                    <a:pt x="48959" y="929"/>
                    <a:pt x="48912" y="893"/>
                  </a:cubicBezTo>
                  <a:lnTo>
                    <a:pt x="4732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52"/>
            <p:cNvSpPr/>
            <p:nvPr/>
          </p:nvSpPr>
          <p:spPr>
            <a:xfrm>
              <a:off x="2459825" y="1864650"/>
              <a:ext cx="2230650" cy="2198500"/>
            </a:xfrm>
            <a:custGeom>
              <a:rect b="b" l="l" r="r" t="t"/>
              <a:pathLst>
                <a:path extrusionOk="0" h="87940" w="89226">
                  <a:moveTo>
                    <a:pt x="44553" y="3132"/>
                  </a:moveTo>
                  <a:cubicBezTo>
                    <a:pt x="46518" y="4120"/>
                    <a:pt x="52531" y="6775"/>
                    <a:pt x="60174" y="6775"/>
                  </a:cubicBezTo>
                  <a:cubicBezTo>
                    <a:pt x="60227" y="6775"/>
                    <a:pt x="60279" y="6775"/>
                    <a:pt x="60331" y="6775"/>
                  </a:cubicBezTo>
                  <a:cubicBezTo>
                    <a:pt x="64826" y="6775"/>
                    <a:pt x="69270" y="5764"/>
                    <a:pt x="73331" y="3834"/>
                  </a:cubicBezTo>
                  <a:lnTo>
                    <a:pt x="85428" y="16359"/>
                  </a:lnTo>
                  <a:cubicBezTo>
                    <a:pt x="83868" y="18157"/>
                    <a:pt x="80748" y="22182"/>
                    <a:pt x="79427" y="26742"/>
                  </a:cubicBezTo>
                  <a:lnTo>
                    <a:pt x="9811" y="26742"/>
                  </a:lnTo>
                  <a:cubicBezTo>
                    <a:pt x="8478" y="22182"/>
                    <a:pt x="5358" y="18157"/>
                    <a:pt x="3798" y="16359"/>
                  </a:cubicBezTo>
                  <a:lnTo>
                    <a:pt x="15895" y="3846"/>
                  </a:lnTo>
                  <a:cubicBezTo>
                    <a:pt x="17907" y="4787"/>
                    <a:pt x="22932" y="6751"/>
                    <a:pt x="29540" y="6751"/>
                  </a:cubicBezTo>
                  <a:cubicBezTo>
                    <a:pt x="34755" y="6751"/>
                    <a:pt x="39898" y="5501"/>
                    <a:pt x="44553" y="3132"/>
                  </a:cubicBezTo>
                  <a:close/>
                  <a:moveTo>
                    <a:pt x="78903" y="29361"/>
                  </a:moveTo>
                  <a:cubicBezTo>
                    <a:pt x="78891" y="29504"/>
                    <a:pt x="78867" y="29659"/>
                    <a:pt x="78855" y="29802"/>
                  </a:cubicBezTo>
                  <a:cubicBezTo>
                    <a:pt x="78320" y="36731"/>
                    <a:pt x="79117" y="40315"/>
                    <a:pt x="82725" y="47220"/>
                  </a:cubicBezTo>
                  <a:cubicBezTo>
                    <a:pt x="85951" y="53376"/>
                    <a:pt x="85951" y="55864"/>
                    <a:pt x="85951" y="61317"/>
                  </a:cubicBezTo>
                  <a:cubicBezTo>
                    <a:pt x="85928" y="66604"/>
                    <a:pt x="82439" y="73795"/>
                    <a:pt x="75950" y="76736"/>
                  </a:cubicBezTo>
                  <a:cubicBezTo>
                    <a:pt x="71366" y="78820"/>
                    <a:pt x="67794" y="79022"/>
                    <a:pt x="64008" y="79224"/>
                  </a:cubicBezTo>
                  <a:cubicBezTo>
                    <a:pt x="62091" y="79331"/>
                    <a:pt x="60103" y="79451"/>
                    <a:pt x="57972" y="79820"/>
                  </a:cubicBezTo>
                  <a:cubicBezTo>
                    <a:pt x="52733" y="80713"/>
                    <a:pt x="48352" y="82439"/>
                    <a:pt x="44613" y="85082"/>
                  </a:cubicBezTo>
                  <a:cubicBezTo>
                    <a:pt x="40874" y="82439"/>
                    <a:pt x="36505" y="80713"/>
                    <a:pt x="31254" y="79820"/>
                  </a:cubicBezTo>
                  <a:cubicBezTo>
                    <a:pt x="29123" y="79451"/>
                    <a:pt x="27147" y="79331"/>
                    <a:pt x="25230" y="79224"/>
                  </a:cubicBezTo>
                  <a:cubicBezTo>
                    <a:pt x="21443" y="79022"/>
                    <a:pt x="17872" y="78820"/>
                    <a:pt x="13276" y="76736"/>
                  </a:cubicBezTo>
                  <a:cubicBezTo>
                    <a:pt x="6799" y="73795"/>
                    <a:pt x="3298" y="66604"/>
                    <a:pt x="3298" y="61317"/>
                  </a:cubicBezTo>
                  <a:cubicBezTo>
                    <a:pt x="3298" y="55864"/>
                    <a:pt x="3298" y="53376"/>
                    <a:pt x="6513" y="47220"/>
                  </a:cubicBezTo>
                  <a:cubicBezTo>
                    <a:pt x="10121" y="40315"/>
                    <a:pt x="10918" y="36731"/>
                    <a:pt x="10383" y="29802"/>
                  </a:cubicBezTo>
                  <a:cubicBezTo>
                    <a:pt x="10371" y="29659"/>
                    <a:pt x="10359" y="29504"/>
                    <a:pt x="10335" y="29361"/>
                  </a:cubicBezTo>
                  <a:close/>
                  <a:moveTo>
                    <a:pt x="44577" y="0"/>
                  </a:moveTo>
                  <a:lnTo>
                    <a:pt x="43911" y="357"/>
                  </a:lnTo>
                  <a:cubicBezTo>
                    <a:pt x="39350" y="2774"/>
                    <a:pt x="34516" y="4001"/>
                    <a:pt x="29540" y="4001"/>
                  </a:cubicBezTo>
                  <a:cubicBezTo>
                    <a:pt x="21801" y="4001"/>
                    <a:pt x="16336" y="989"/>
                    <a:pt x="16276" y="953"/>
                  </a:cubicBezTo>
                  <a:lnTo>
                    <a:pt x="15347" y="429"/>
                  </a:lnTo>
                  <a:lnTo>
                    <a:pt x="929" y="15359"/>
                  </a:lnTo>
                  <a:lnTo>
                    <a:pt x="0" y="16324"/>
                  </a:lnTo>
                  <a:lnTo>
                    <a:pt x="929" y="17276"/>
                  </a:lnTo>
                  <a:cubicBezTo>
                    <a:pt x="988" y="17348"/>
                    <a:pt x="7144" y="23765"/>
                    <a:pt x="7632" y="30016"/>
                  </a:cubicBezTo>
                  <a:cubicBezTo>
                    <a:pt x="8120" y="36398"/>
                    <a:pt x="7430" y="39517"/>
                    <a:pt x="4072" y="45935"/>
                  </a:cubicBezTo>
                  <a:cubicBezTo>
                    <a:pt x="548" y="52697"/>
                    <a:pt x="548" y="55757"/>
                    <a:pt x="548" y="61317"/>
                  </a:cubicBezTo>
                  <a:cubicBezTo>
                    <a:pt x="548" y="64461"/>
                    <a:pt x="1584" y="68056"/>
                    <a:pt x="3417" y="71188"/>
                  </a:cubicBezTo>
                  <a:cubicBezTo>
                    <a:pt x="5549" y="74843"/>
                    <a:pt x="8573" y="77629"/>
                    <a:pt x="12145" y="79248"/>
                  </a:cubicBezTo>
                  <a:cubicBezTo>
                    <a:pt x="17205" y="81534"/>
                    <a:pt x="21205" y="81760"/>
                    <a:pt x="25075" y="81975"/>
                  </a:cubicBezTo>
                  <a:cubicBezTo>
                    <a:pt x="26992" y="82082"/>
                    <a:pt x="28813" y="82189"/>
                    <a:pt x="30790" y="82534"/>
                  </a:cubicBezTo>
                  <a:cubicBezTo>
                    <a:pt x="35850" y="83403"/>
                    <a:pt x="40005" y="85082"/>
                    <a:pt x="43494" y="87678"/>
                  </a:cubicBezTo>
                  <a:lnTo>
                    <a:pt x="43863" y="87940"/>
                  </a:lnTo>
                  <a:lnTo>
                    <a:pt x="45375" y="87940"/>
                  </a:lnTo>
                  <a:lnTo>
                    <a:pt x="45744" y="87678"/>
                  </a:lnTo>
                  <a:cubicBezTo>
                    <a:pt x="49233" y="85082"/>
                    <a:pt x="53388" y="83403"/>
                    <a:pt x="58448" y="82534"/>
                  </a:cubicBezTo>
                  <a:cubicBezTo>
                    <a:pt x="60424" y="82189"/>
                    <a:pt x="62246" y="82082"/>
                    <a:pt x="64163" y="81975"/>
                  </a:cubicBezTo>
                  <a:cubicBezTo>
                    <a:pt x="68033" y="81760"/>
                    <a:pt x="72033" y="81534"/>
                    <a:pt x="77093" y="79248"/>
                  </a:cubicBezTo>
                  <a:cubicBezTo>
                    <a:pt x="80665" y="77629"/>
                    <a:pt x="83689" y="74843"/>
                    <a:pt x="85821" y="71188"/>
                  </a:cubicBezTo>
                  <a:cubicBezTo>
                    <a:pt x="87654" y="68056"/>
                    <a:pt x="88702" y="64461"/>
                    <a:pt x="88702" y="61317"/>
                  </a:cubicBezTo>
                  <a:cubicBezTo>
                    <a:pt x="88702" y="55757"/>
                    <a:pt x="88702" y="52685"/>
                    <a:pt x="85166" y="45935"/>
                  </a:cubicBezTo>
                  <a:cubicBezTo>
                    <a:pt x="81808" y="39517"/>
                    <a:pt x="81106" y="36398"/>
                    <a:pt x="81606" y="30016"/>
                  </a:cubicBezTo>
                  <a:cubicBezTo>
                    <a:pt x="82082" y="23765"/>
                    <a:pt x="88237" y="17348"/>
                    <a:pt x="88297" y="17276"/>
                  </a:cubicBezTo>
                  <a:lnTo>
                    <a:pt x="89226" y="16324"/>
                  </a:lnTo>
                  <a:lnTo>
                    <a:pt x="73902" y="465"/>
                  </a:lnTo>
                  <a:lnTo>
                    <a:pt x="72986" y="929"/>
                  </a:lnTo>
                  <a:cubicBezTo>
                    <a:pt x="69064" y="2954"/>
                    <a:pt x="64724" y="4013"/>
                    <a:pt x="60310" y="4013"/>
                  </a:cubicBezTo>
                  <a:cubicBezTo>
                    <a:pt x="60261" y="4013"/>
                    <a:pt x="60212" y="4013"/>
                    <a:pt x="60163" y="4013"/>
                  </a:cubicBezTo>
                  <a:cubicBezTo>
                    <a:pt x="51745" y="4013"/>
                    <a:pt x="45304" y="417"/>
                    <a:pt x="45244" y="381"/>
                  </a:cubicBezTo>
                  <a:lnTo>
                    <a:pt x="445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52"/>
            <p:cNvSpPr/>
            <p:nvPr/>
          </p:nvSpPr>
          <p:spPr>
            <a:xfrm>
              <a:off x="2867025" y="2751075"/>
              <a:ext cx="646525" cy="933175"/>
            </a:xfrm>
            <a:custGeom>
              <a:rect b="b" l="l" r="r" t="t"/>
              <a:pathLst>
                <a:path extrusionOk="0" h="37327" w="25861">
                  <a:moveTo>
                    <a:pt x="13085" y="18883"/>
                  </a:moveTo>
                  <a:cubicBezTo>
                    <a:pt x="14609" y="18883"/>
                    <a:pt x="15871" y="19371"/>
                    <a:pt x="16859" y="20336"/>
                  </a:cubicBezTo>
                  <a:cubicBezTo>
                    <a:pt x="17847" y="21288"/>
                    <a:pt x="18348" y="22884"/>
                    <a:pt x="18348" y="25122"/>
                  </a:cubicBezTo>
                  <a:cubicBezTo>
                    <a:pt x="18348" y="27241"/>
                    <a:pt x="17824" y="28837"/>
                    <a:pt x="16776" y="29885"/>
                  </a:cubicBezTo>
                  <a:cubicBezTo>
                    <a:pt x="15728" y="30932"/>
                    <a:pt x="14430" y="31456"/>
                    <a:pt x="12883" y="31456"/>
                  </a:cubicBezTo>
                  <a:cubicBezTo>
                    <a:pt x="11263" y="31444"/>
                    <a:pt x="9977" y="30873"/>
                    <a:pt x="9013" y="29742"/>
                  </a:cubicBezTo>
                  <a:cubicBezTo>
                    <a:pt x="8049" y="28611"/>
                    <a:pt x="7572" y="26991"/>
                    <a:pt x="7572" y="24860"/>
                  </a:cubicBezTo>
                  <a:cubicBezTo>
                    <a:pt x="7572" y="22860"/>
                    <a:pt x="8061" y="21372"/>
                    <a:pt x="9061" y="20372"/>
                  </a:cubicBezTo>
                  <a:cubicBezTo>
                    <a:pt x="10061" y="19383"/>
                    <a:pt x="11406" y="18883"/>
                    <a:pt x="13085" y="18883"/>
                  </a:cubicBezTo>
                  <a:close/>
                  <a:moveTo>
                    <a:pt x="20074" y="0"/>
                  </a:moveTo>
                  <a:cubicBezTo>
                    <a:pt x="16669" y="167"/>
                    <a:pt x="13704" y="857"/>
                    <a:pt x="11192" y="2048"/>
                  </a:cubicBezTo>
                  <a:cubicBezTo>
                    <a:pt x="8680" y="3250"/>
                    <a:pt x="6596" y="4858"/>
                    <a:pt x="4941" y="6858"/>
                  </a:cubicBezTo>
                  <a:cubicBezTo>
                    <a:pt x="3250" y="8942"/>
                    <a:pt x="1988" y="11335"/>
                    <a:pt x="1238" y="13906"/>
                  </a:cubicBezTo>
                  <a:cubicBezTo>
                    <a:pt x="417" y="16704"/>
                    <a:pt x="0" y="19610"/>
                    <a:pt x="24" y="22539"/>
                  </a:cubicBezTo>
                  <a:cubicBezTo>
                    <a:pt x="24" y="27468"/>
                    <a:pt x="1143" y="31159"/>
                    <a:pt x="3369" y="33635"/>
                  </a:cubicBezTo>
                  <a:cubicBezTo>
                    <a:pt x="5596" y="36100"/>
                    <a:pt x="8823" y="37326"/>
                    <a:pt x="13037" y="37326"/>
                  </a:cubicBezTo>
                  <a:cubicBezTo>
                    <a:pt x="14657" y="37326"/>
                    <a:pt x="16276" y="37064"/>
                    <a:pt x="17800" y="36540"/>
                  </a:cubicBezTo>
                  <a:cubicBezTo>
                    <a:pt x="20895" y="35528"/>
                    <a:pt x="23420" y="33266"/>
                    <a:pt x="24765" y="30313"/>
                  </a:cubicBezTo>
                  <a:cubicBezTo>
                    <a:pt x="25491" y="28777"/>
                    <a:pt x="25860" y="26991"/>
                    <a:pt x="25860" y="24967"/>
                  </a:cubicBezTo>
                  <a:cubicBezTo>
                    <a:pt x="25860" y="23015"/>
                    <a:pt x="25563" y="21288"/>
                    <a:pt x="24967" y="19800"/>
                  </a:cubicBezTo>
                  <a:cubicBezTo>
                    <a:pt x="24444" y="18419"/>
                    <a:pt x="23634" y="17169"/>
                    <a:pt x="22586" y="16133"/>
                  </a:cubicBezTo>
                  <a:cubicBezTo>
                    <a:pt x="21598" y="15169"/>
                    <a:pt x="20407" y="14430"/>
                    <a:pt x="19121" y="13954"/>
                  </a:cubicBezTo>
                  <a:cubicBezTo>
                    <a:pt x="17807" y="13465"/>
                    <a:pt x="16435" y="13216"/>
                    <a:pt x="15051" y="13216"/>
                  </a:cubicBezTo>
                  <a:cubicBezTo>
                    <a:pt x="15019" y="13216"/>
                    <a:pt x="14986" y="13216"/>
                    <a:pt x="14954" y="13216"/>
                  </a:cubicBezTo>
                  <a:cubicBezTo>
                    <a:pt x="14909" y="13215"/>
                    <a:pt x="14864" y="13215"/>
                    <a:pt x="14819" y="13215"/>
                  </a:cubicBezTo>
                  <a:cubicBezTo>
                    <a:pt x="13959" y="13215"/>
                    <a:pt x="13101" y="13323"/>
                    <a:pt x="12275" y="13549"/>
                  </a:cubicBezTo>
                  <a:cubicBezTo>
                    <a:pt x="11549" y="13740"/>
                    <a:pt x="10870" y="14026"/>
                    <a:pt x="10227" y="14407"/>
                  </a:cubicBezTo>
                  <a:cubicBezTo>
                    <a:pt x="9680" y="14728"/>
                    <a:pt x="9168" y="15121"/>
                    <a:pt x="8703" y="15573"/>
                  </a:cubicBezTo>
                  <a:cubicBezTo>
                    <a:pt x="8311" y="15966"/>
                    <a:pt x="7941" y="16395"/>
                    <a:pt x="7620" y="16859"/>
                  </a:cubicBezTo>
                  <a:cubicBezTo>
                    <a:pt x="7846" y="15454"/>
                    <a:pt x="8299" y="14085"/>
                    <a:pt x="8954" y="12811"/>
                  </a:cubicBezTo>
                  <a:cubicBezTo>
                    <a:pt x="9608" y="11537"/>
                    <a:pt x="10466" y="10382"/>
                    <a:pt x="11490" y="9382"/>
                  </a:cubicBezTo>
                  <a:cubicBezTo>
                    <a:pt x="12561" y="8358"/>
                    <a:pt x="13823" y="7537"/>
                    <a:pt x="15204" y="6977"/>
                  </a:cubicBezTo>
                  <a:cubicBezTo>
                    <a:pt x="16657" y="6370"/>
                    <a:pt x="18336" y="6036"/>
                    <a:pt x="20229" y="5965"/>
                  </a:cubicBezTo>
                  <a:cubicBezTo>
                    <a:pt x="20514" y="5108"/>
                    <a:pt x="20669" y="4203"/>
                    <a:pt x="20681" y="3286"/>
                  </a:cubicBezTo>
                  <a:cubicBezTo>
                    <a:pt x="20681" y="2727"/>
                    <a:pt x="20622" y="2167"/>
                    <a:pt x="20503" y="1619"/>
                  </a:cubicBezTo>
                  <a:cubicBezTo>
                    <a:pt x="20384" y="1072"/>
                    <a:pt x="20241" y="536"/>
                    <a:pt x="200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52"/>
            <p:cNvSpPr/>
            <p:nvPr/>
          </p:nvSpPr>
          <p:spPr>
            <a:xfrm>
              <a:off x="3613825" y="2751075"/>
              <a:ext cx="646550" cy="933175"/>
            </a:xfrm>
            <a:custGeom>
              <a:rect b="b" l="l" r="r" t="t"/>
              <a:pathLst>
                <a:path extrusionOk="0" h="37327" w="25862">
                  <a:moveTo>
                    <a:pt x="13098" y="18883"/>
                  </a:moveTo>
                  <a:cubicBezTo>
                    <a:pt x="14622" y="18883"/>
                    <a:pt x="15884" y="19371"/>
                    <a:pt x="16872" y="20336"/>
                  </a:cubicBezTo>
                  <a:cubicBezTo>
                    <a:pt x="17872" y="21288"/>
                    <a:pt x="18360" y="22884"/>
                    <a:pt x="18360" y="25122"/>
                  </a:cubicBezTo>
                  <a:cubicBezTo>
                    <a:pt x="18360" y="27241"/>
                    <a:pt x="17836" y="28837"/>
                    <a:pt x="16789" y="29885"/>
                  </a:cubicBezTo>
                  <a:cubicBezTo>
                    <a:pt x="15741" y="30932"/>
                    <a:pt x="14443" y="31456"/>
                    <a:pt x="12895" y="31456"/>
                  </a:cubicBezTo>
                  <a:cubicBezTo>
                    <a:pt x="11276" y="31444"/>
                    <a:pt x="9990" y="30873"/>
                    <a:pt x="9026" y="29742"/>
                  </a:cubicBezTo>
                  <a:cubicBezTo>
                    <a:pt x="8073" y="28611"/>
                    <a:pt x="7585" y="26991"/>
                    <a:pt x="7585" y="24860"/>
                  </a:cubicBezTo>
                  <a:cubicBezTo>
                    <a:pt x="7585" y="22860"/>
                    <a:pt x="8073" y="21372"/>
                    <a:pt x="9073" y="20372"/>
                  </a:cubicBezTo>
                  <a:cubicBezTo>
                    <a:pt x="10073" y="19383"/>
                    <a:pt x="11419" y="18883"/>
                    <a:pt x="13098" y="18883"/>
                  </a:cubicBezTo>
                  <a:close/>
                  <a:moveTo>
                    <a:pt x="20087" y="0"/>
                  </a:moveTo>
                  <a:cubicBezTo>
                    <a:pt x="16670" y="167"/>
                    <a:pt x="13705" y="857"/>
                    <a:pt x="11181" y="2048"/>
                  </a:cubicBezTo>
                  <a:cubicBezTo>
                    <a:pt x="8669" y="3250"/>
                    <a:pt x="6585" y="4858"/>
                    <a:pt x="4930" y="6858"/>
                  </a:cubicBezTo>
                  <a:cubicBezTo>
                    <a:pt x="3239" y="8942"/>
                    <a:pt x="1989" y="11335"/>
                    <a:pt x="1239" y="13906"/>
                  </a:cubicBezTo>
                  <a:cubicBezTo>
                    <a:pt x="406" y="16704"/>
                    <a:pt x="1" y="19610"/>
                    <a:pt x="25" y="22539"/>
                  </a:cubicBezTo>
                  <a:cubicBezTo>
                    <a:pt x="25" y="27468"/>
                    <a:pt x="1132" y="31159"/>
                    <a:pt x="3370" y="33623"/>
                  </a:cubicBezTo>
                  <a:cubicBezTo>
                    <a:pt x="5597" y="36100"/>
                    <a:pt x="8823" y="37326"/>
                    <a:pt x="13038" y="37326"/>
                  </a:cubicBezTo>
                  <a:cubicBezTo>
                    <a:pt x="14657" y="37326"/>
                    <a:pt x="16265" y="37064"/>
                    <a:pt x="17801" y="36540"/>
                  </a:cubicBezTo>
                  <a:cubicBezTo>
                    <a:pt x="20896" y="35528"/>
                    <a:pt x="23420" y="33266"/>
                    <a:pt x="24766" y="30313"/>
                  </a:cubicBezTo>
                  <a:cubicBezTo>
                    <a:pt x="25492" y="28777"/>
                    <a:pt x="25861" y="26991"/>
                    <a:pt x="25861" y="24967"/>
                  </a:cubicBezTo>
                  <a:cubicBezTo>
                    <a:pt x="25861" y="23015"/>
                    <a:pt x="25564" y="21288"/>
                    <a:pt x="24968" y="19800"/>
                  </a:cubicBezTo>
                  <a:cubicBezTo>
                    <a:pt x="24444" y="18419"/>
                    <a:pt x="23623" y="17169"/>
                    <a:pt x="22587" y="16133"/>
                  </a:cubicBezTo>
                  <a:cubicBezTo>
                    <a:pt x="21587" y="15169"/>
                    <a:pt x="20408" y="14430"/>
                    <a:pt x="19110" y="13954"/>
                  </a:cubicBezTo>
                  <a:cubicBezTo>
                    <a:pt x="17777" y="13454"/>
                    <a:pt x="16372" y="13216"/>
                    <a:pt x="14955" y="13216"/>
                  </a:cubicBezTo>
                  <a:cubicBezTo>
                    <a:pt x="14910" y="13215"/>
                    <a:pt x="14865" y="13215"/>
                    <a:pt x="14820" y="13215"/>
                  </a:cubicBezTo>
                  <a:cubicBezTo>
                    <a:pt x="13961" y="13215"/>
                    <a:pt x="13113" y="13323"/>
                    <a:pt x="12276" y="13549"/>
                  </a:cubicBezTo>
                  <a:cubicBezTo>
                    <a:pt x="11562" y="13740"/>
                    <a:pt x="10871" y="14026"/>
                    <a:pt x="10228" y="14407"/>
                  </a:cubicBezTo>
                  <a:cubicBezTo>
                    <a:pt x="9681" y="14728"/>
                    <a:pt x="9169" y="15121"/>
                    <a:pt x="8716" y="15573"/>
                  </a:cubicBezTo>
                  <a:cubicBezTo>
                    <a:pt x="8323" y="15966"/>
                    <a:pt x="7954" y="16395"/>
                    <a:pt x="7633" y="16859"/>
                  </a:cubicBezTo>
                  <a:cubicBezTo>
                    <a:pt x="7871" y="15454"/>
                    <a:pt x="8323" y="14085"/>
                    <a:pt x="8978" y="12811"/>
                  </a:cubicBezTo>
                  <a:cubicBezTo>
                    <a:pt x="9621" y="11537"/>
                    <a:pt x="10478" y="10382"/>
                    <a:pt x="11502" y="9382"/>
                  </a:cubicBezTo>
                  <a:cubicBezTo>
                    <a:pt x="12586" y="8358"/>
                    <a:pt x="13848" y="7537"/>
                    <a:pt x="15229" y="6977"/>
                  </a:cubicBezTo>
                  <a:cubicBezTo>
                    <a:pt x="16670" y="6370"/>
                    <a:pt x="18348" y="6036"/>
                    <a:pt x="20241" y="5965"/>
                  </a:cubicBezTo>
                  <a:cubicBezTo>
                    <a:pt x="20527" y="5108"/>
                    <a:pt x="20682" y="4203"/>
                    <a:pt x="20694" y="3286"/>
                  </a:cubicBezTo>
                  <a:cubicBezTo>
                    <a:pt x="20694" y="2727"/>
                    <a:pt x="20634" y="2167"/>
                    <a:pt x="20515" y="1619"/>
                  </a:cubicBezTo>
                  <a:cubicBezTo>
                    <a:pt x="20396" y="1072"/>
                    <a:pt x="20253" y="536"/>
                    <a:pt x="20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52"/>
            <p:cNvSpPr/>
            <p:nvPr/>
          </p:nvSpPr>
          <p:spPr>
            <a:xfrm>
              <a:off x="2935175" y="2118250"/>
              <a:ext cx="208975" cy="338750"/>
            </a:xfrm>
            <a:custGeom>
              <a:rect b="b" l="l" r="r" t="t"/>
              <a:pathLst>
                <a:path extrusionOk="0" h="13550" w="8359">
                  <a:moveTo>
                    <a:pt x="4061" y="1596"/>
                  </a:moveTo>
                  <a:cubicBezTo>
                    <a:pt x="5108" y="1596"/>
                    <a:pt x="6513" y="1977"/>
                    <a:pt x="6513" y="4037"/>
                  </a:cubicBezTo>
                  <a:lnTo>
                    <a:pt x="6513" y="4263"/>
                  </a:lnTo>
                  <a:cubicBezTo>
                    <a:pt x="6513" y="6311"/>
                    <a:pt x="5108" y="6692"/>
                    <a:pt x="4061" y="6692"/>
                  </a:cubicBezTo>
                  <a:lnTo>
                    <a:pt x="1810" y="6692"/>
                  </a:lnTo>
                  <a:lnTo>
                    <a:pt x="1810" y="1596"/>
                  </a:lnTo>
                  <a:close/>
                  <a:moveTo>
                    <a:pt x="1" y="0"/>
                  </a:moveTo>
                  <a:lnTo>
                    <a:pt x="1" y="13550"/>
                  </a:lnTo>
                  <a:lnTo>
                    <a:pt x="1810" y="13550"/>
                  </a:lnTo>
                  <a:lnTo>
                    <a:pt x="1810" y="8275"/>
                  </a:lnTo>
                  <a:lnTo>
                    <a:pt x="4334" y="8275"/>
                  </a:lnTo>
                  <a:lnTo>
                    <a:pt x="6394" y="13550"/>
                  </a:lnTo>
                  <a:lnTo>
                    <a:pt x="8359" y="13550"/>
                  </a:lnTo>
                  <a:lnTo>
                    <a:pt x="6097" y="7954"/>
                  </a:lnTo>
                  <a:cubicBezTo>
                    <a:pt x="7347" y="7513"/>
                    <a:pt x="8359" y="6477"/>
                    <a:pt x="8359" y="4310"/>
                  </a:cubicBezTo>
                  <a:lnTo>
                    <a:pt x="8359" y="3965"/>
                  </a:lnTo>
                  <a:cubicBezTo>
                    <a:pt x="8359" y="679"/>
                    <a:pt x="6049" y="0"/>
                    <a:pt x="40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52"/>
            <p:cNvSpPr/>
            <p:nvPr/>
          </p:nvSpPr>
          <p:spPr>
            <a:xfrm>
              <a:off x="3187600" y="2113175"/>
              <a:ext cx="241700" cy="349175"/>
            </a:xfrm>
            <a:custGeom>
              <a:rect b="b" l="l" r="r" t="t"/>
              <a:pathLst>
                <a:path extrusionOk="0" h="13967" w="9668">
                  <a:moveTo>
                    <a:pt x="4894" y="1596"/>
                  </a:moveTo>
                  <a:cubicBezTo>
                    <a:pt x="6977" y="1596"/>
                    <a:pt x="7811" y="3204"/>
                    <a:pt x="7811" y="6645"/>
                  </a:cubicBezTo>
                  <a:lnTo>
                    <a:pt x="7811" y="7323"/>
                  </a:lnTo>
                  <a:cubicBezTo>
                    <a:pt x="7811" y="10764"/>
                    <a:pt x="6977" y="12372"/>
                    <a:pt x="4894" y="12372"/>
                  </a:cubicBezTo>
                  <a:lnTo>
                    <a:pt x="4774" y="12372"/>
                  </a:lnTo>
                  <a:cubicBezTo>
                    <a:pt x="2691" y="12372"/>
                    <a:pt x="1857" y="10776"/>
                    <a:pt x="1857" y="7335"/>
                  </a:cubicBezTo>
                  <a:lnTo>
                    <a:pt x="1857" y="6645"/>
                  </a:lnTo>
                  <a:cubicBezTo>
                    <a:pt x="1857" y="3204"/>
                    <a:pt x="2691" y="1596"/>
                    <a:pt x="4774" y="1596"/>
                  </a:cubicBezTo>
                  <a:close/>
                  <a:moveTo>
                    <a:pt x="4846" y="1"/>
                  </a:moveTo>
                  <a:cubicBezTo>
                    <a:pt x="1572" y="1"/>
                    <a:pt x="0" y="1954"/>
                    <a:pt x="0" y="6645"/>
                  </a:cubicBezTo>
                  <a:lnTo>
                    <a:pt x="0" y="7323"/>
                  </a:lnTo>
                  <a:cubicBezTo>
                    <a:pt x="0" y="12014"/>
                    <a:pt x="1595" y="13967"/>
                    <a:pt x="4846" y="13967"/>
                  </a:cubicBezTo>
                  <a:cubicBezTo>
                    <a:pt x="8096" y="13967"/>
                    <a:pt x="9668" y="12026"/>
                    <a:pt x="9668" y="7335"/>
                  </a:cubicBezTo>
                  <a:lnTo>
                    <a:pt x="9668" y="6645"/>
                  </a:lnTo>
                  <a:cubicBezTo>
                    <a:pt x="9668" y="1942"/>
                    <a:pt x="8108" y="1"/>
                    <a:pt x="48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52"/>
            <p:cNvSpPr/>
            <p:nvPr/>
          </p:nvSpPr>
          <p:spPr>
            <a:xfrm>
              <a:off x="3482275" y="2118250"/>
              <a:ext cx="227425" cy="344100"/>
            </a:xfrm>
            <a:custGeom>
              <a:rect b="b" l="l" r="r" t="t"/>
              <a:pathLst>
                <a:path extrusionOk="0" h="13764" w="9097">
                  <a:moveTo>
                    <a:pt x="0" y="0"/>
                  </a:moveTo>
                  <a:lnTo>
                    <a:pt x="0" y="9335"/>
                  </a:lnTo>
                  <a:cubicBezTo>
                    <a:pt x="0" y="12478"/>
                    <a:pt x="1393" y="13764"/>
                    <a:pt x="4560" y="13764"/>
                  </a:cubicBezTo>
                  <a:cubicBezTo>
                    <a:pt x="7715" y="13764"/>
                    <a:pt x="9097" y="12478"/>
                    <a:pt x="9097" y="9335"/>
                  </a:cubicBezTo>
                  <a:lnTo>
                    <a:pt x="9097" y="0"/>
                  </a:lnTo>
                  <a:lnTo>
                    <a:pt x="7287" y="0"/>
                  </a:lnTo>
                  <a:lnTo>
                    <a:pt x="7287" y="9240"/>
                  </a:lnTo>
                  <a:cubicBezTo>
                    <a:pt x="7287" y="11395"/>
                    <a:pt x="6465" y="12169"/>
                    <a:pt x="4560" y="12169"/>
                  </a:cubicBezTo>
                  <a:cubicBezTo>
                    <a:pt x="2643" y="12169"/>
                    <a:pt x="1810" y="11395"/>
                    <a:pt x="1810" y="9240"/>
                  </a:cubicBezTo>
                  <a:lnTo>
                    <a:pt x="18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52"/>
            <p:cNvSpPr/>
            <p:nvPr/>
          </p:nvSpPr>
          <p:spPr>
            <a:xfrm>
              <a:off x="3749850" y="2118250"/>
              <a:ext cx="212275" cy="338750"/>
            </a:xfrm>
            <a:custGeom>
              <a:rect b="b" l="l" r="r" t="t"/>
              <a:pathLst>
                <a:path extrusionOk="0" h="13550" w="8491">
                  <a:moveTo>
                    <a:pt x="1" y="0"/>
                  </a:moveTo>
                  <a:lnTo>
                    <a:pt x="1" y="1596"/>
                  </a:lnTo>
                  <a:lnTo>
                    <a:pt x="3335" y="1596"/>
                  </a:lnTo>
                  <a:lnTo>
                    <a:pt x="3335" y="13550"/>
                  </a:lnTo>
                  <a:lnTo>
                    <a:pt x="5144" y="13550"/>
                  </a:lnTo>
                  <a:lnTo>
                    <a:pt x="5144" y="1596"/>
                  </a:lnTo>
                  <a:lnTo>
                    <a:pt x="8490" y="1596"/>
                  </a:lnTo>
                  <a:lnTo>
                    <a:pt x="8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52"/>
            <p:cNvSpPr/>
            <p:nvPr/>
          </p:nvSpPr>
          <p:spPr>
            <a:xfrm>
              <a:off x="4004650" y="2118250"/>
              <a:ext cx="195600" cy="338750"/>
            </a:xfrm>
            <a:custGeom>
              <a:rect b="b" l="l" r="r" t="t"/>
              <a:pathLst>
                <a:path extrusionOk="0" h="13550" w="7824">
                  <a:moveTo>
                    <a:pt x="1" y="0"/>
                  </a:moveTo>
                  <a:lnTo>
                    <a:pt x="1" y="13550"/>
                  </a:lnTo>
                  <a:lnTo>
                    <a:pt x="7823" y="13550"/>
                  </a:lnTo>
                  <a:lnTo>
                    <a:pt x="7823" y="11954"/>
                  </a:lnTo>
                  <a:lnTo>
                    <a:pt x="1810" y="11954"/>
                  </a:lnTo>
                  <a:lnTo>
                    <a:pt x="1810" y="7442"/>
                  </a:lnTo>
                  <a:lnTo>
                    <a:pt x="6954" y="7442"/>
                  </a:lnTo>
                  <a:lnTo>
                    <a:pt x="6954" y="5846"/>
                  </a:lnTo>
                  <a:lnTo>
                    <a:pt x="1799" y="5846"/>
                  </a:lnTo>
                  <a:lnTo>
                    <a:pt x="1799" y="1596"/>
                  </a:lnTo>
                  <a:lnTo>
                    <a:pt x="7811" y="1596"/>
                  </a:lnTo>
                  <a:lnTo>
                    <a:pt x="7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58425" lIns="58425" spcFirstLastPara="1" rIns="58425" wrap="square" tIns="58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3"/>
          <p:cNvSpPr txBox="1"/>
          <p:nvPr>
            <p:ph type="title"/>
          </p:nvPr>
        </p:nvSpPr>
        <p:spPr>
          <a:xfrm>
            <a:off x="3904525" y="186175"/>
            <a:ext cx="2534100" cy="26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2"/>
                </a:solidFill>
              </a:rPr>
              <a:t>Data</a:t>
            </a:r>
            <a:endParaRPr sz="4100">
              <a:solidFill>
                <a:schemeClr val="dk2"/>
              </a:solidFill>
            </a:endParaRPr>
          </a:p>
        </p:txBody>
      </p:sp>
      <p:sp>
        <p:nvSpPr>
          <p:cNvPr id="742" name="Google Shape;742;p53"/>
          <p:cNvSpPr/>
          <p:nvPr/>
        </p:nvSpPr>
        <p:spPr>
          <a:xfrm>
            <a:off x="115400" y="1083125"/>
            <a:ext cx="4482900" cy="3661800"/>
          </a:xfrm>
          <a:prstGeom prst="roundRect">
            <a:avLst>
              <a:gd fmla="val 574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43" name="Google Shape;743;p53"/>
          <p:cNvSpPr/>
          <p:nvPr/>
        </p:nvSpPr>
        <p:spPr>
          <a:xfrm>
            <a:off x="4598300" y="1083125"/>
            <a:ext cx="4482900" cy="3661800"/>
          </a:xfrm>
          <a:prstGeom prst="roundRect">
            <a:avLst>
              <a:gd fmla="val 5747" name="adj"/>
            </a:avLst>
          </a:prstGeom>
          <a:solidFill>
            <a:srgbClr val="FFC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44" name="Google Shape;744;p53"/>
          <p:cNvSpPr txBox="1"/>
          <p:nvPr/>
        </p:nvSpPr>
        <p:spPr>
          <a:xfrm>
            <a:off x="429950" y="532425"/>
            <a:ext cx="38538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5"/>
                </a:solidFill>
                <a:latin typeface="Barlow"/>
                <a:ea typeface="Barlow"/>
                <a:cs typeface="Barlow"/>
                <a:sym typeface="Barlow"/>
              </a:rPr>
              <a:t>EV Charging Stations</a:t>
            </a:r>
            <a:endParaRPr b="1" sz="2900">
              <a:solidFill>
                <a:schemeClr val="accent5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45" name="Google Shape;745;p53"/>
          <p:cNvSpPr txBox="1"/>
          <p:nvPr/>
        </p:nvSpPr>
        <p:spPr>
          <a:xfrm>
            <a:off x="4739775" y="532425"/>
            <a:ext cx="45741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rPr>
              <a:t>Interstate &amp; Mobility Flow</a:t>
            </a:r>
            <a:endParaRPr b="1" sz="2900">
              <a:solidFill>
                <a:schemeClr val="accent3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46" name="Google Shape;746;p53"/>
          <p:cNvSpPr txBox="1"/>
          <p:nvPr/>
        </p:nvSpPr>
        <p:spPr>
          <a:xfrm>
            <a:off x="341750" y="1146050"/>
            <a:ext cx="4030200" cy="2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Source: U.S. Department of Energy’s Alternative Fuels Data Center (AFDC)</a:t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47" name="Google Shape;747;p53"/>
          <p:cNvSpPr txBox="1"/>
          <p:nvPr/>
        </p:nvSpPr>
        <p:spPr>
          <a:xfrm>
            <a:off x="4598300" y="1146050"/>
            <a:ext cx="4574100" cy="25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Source: U.S. Department of Transportation</a:t>
            </a:r>
            <a:endParaRPr b="1" sz="18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748" name="Google Shape;74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200" y="2083150"/>
            <a:ext cx="2909574" cy="16617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pic>
      <p:sp>
        <p:nvSpPr>
          <p:cNvPr id="749" name="Google Shape;749;p53"/>
          <p:cNvSpPr txBox="1"/>
          <p:nvPr/>
        </p:nvSpPr>
        <p:spPr>
          <a:xfrm>
            <a:off x="744500" y="4725800"/>
            <a:ext cx="3853800" cy="5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https://afdc.energy.gov/fu</a:t>
            </a:r>
            <a:r>
              <a:rPr lang="en" sz="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els/</a:t>
            </a:r>
            <a:r>
              <a:rPr lang="en" sz="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electricity-locations#/analyze?country=US&amp;tab=station&amp;fuel=ELEC&amp;ev_connectors=J1772&amp;ev_connectors=TESLA&amp;ev_connectors=J1772COMBO</a:t>
            </a:r>
            <a:endParaRPr sz="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750" name="Google Shape;750;p53"/>
          <p:cNvPicPr preferRelativeResize="0"/>
          <p:nvPr/>
        </p:nvPicPr>
        <p:blipFill rotWithShape="1">
          <a:blip r:embed="rId4">
            <a:alphaModFix/>
          </a:blip>
          <a:srcRect b="18199" l="0" r="0" t="10657"/>
          <a:stretch/>
        </p:blipFill>
        <p:spPr>
          <a:xfrm>
            <a:off x="3272870" y="2083150"/>
            <a:ext cx="1203330" cy="166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53"/>
          <p:cNvSpPr txBox="1"/>
          <p:nvPr/>
        </p:nvSpPr>
        <p:spPr>
          <a:xfrm>
            <a:off x="4680250" y="4695700"/>
            <a:ext cx="42825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https://data.transportation.gov/stories/s/Data-Access-for-Highway-Performance-Monitoring-Sys/3uu4-47sa/#national-highway-system</a:t>
            </a:r>
            <a:endParaRPr sz="8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752" name="Google Shape;752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4650" y="1665050"/>
            <a:ext cx="4030199" cy="276534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53"/>
          <p:cNvSpPr txBox="1"/>
          <p:nvPr/>
        </p:nvSpPr>
        <p:spPr>
          <a:xfrm>
            <a:off x="4598300" y="4337825"/>
            <a:ext cx="36585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●"/>
            </a:pPr>
            <a:r>
              <a:rPr b="1" lang="en" sz="13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TIGER shapefiles, ZCTA, geojson</a:t>
            </a:r>
            <a:endParaRPr b="1" sz="13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54" name="Google Shape;754;p53"/>
          <p:cNvSpPr txBox="1"/>
          <p:nvPr/>
        </p:nvSpPr>
        <p:spPr>
          <a:xfrm>
            <a:off x="-6700" y="3775000"/>
            <a:ext cx="44829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</a:pPr>
            <a:r>
              <a:rPr b="1" lang="en" sz="1200">
                <a:solidFill>
                  <a:schemeClr val="dk2"/>
                </a:solidFill>
                <a:highlight>
                  <a:srgbClr val="FFC727"/>
                </a:highlight>
                <a:latin typeface="Barlow"/>
                <a:ea typeface="Barlow"/>
                <a:cs typeface="Barlow"/>
                <a:sym typeface="Barlow"/>
              </a:rPr>
              <a:t>.csv </a:t>
            </a:r>
            <a:r>
              <a:rPr b="1" lang="en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with columns i.e.  station location, access type, charging level, connector type, and operational status</a:t>
            </a:r>
            <a:endParaRPr b="1" sz="12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</a:pPr>
            <a:r>
              <a:rPr b="1" lang="en" sz="12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Filtered to reflect non‑commercial, long‑distance personal travel (roadtrips)</a:t>
            </a:r>
            <a:endParaRPr b="1"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4"/>
          <p:cNvSpPr txBox="1"/>
          <p:nvPr>
            <p:ph type="title"/>
          </p:nvPr>
        </p:nvSpPr>
        <p:spPr>
          <a:xfrm>
            <a:off x="767175" y="99284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Methodology/Workflow</a:t>
            </a:r>
            <a:endParaRPr/>
          </a:p>
        </p:txBody>
      </p:sp>
      <p:cxnSp>
        <p:nvCxnSpPr>
          <p:cNvPr id="760" name="Google Shape;760;p54"/>
          <p:cNvCxnSpPr/>
          <p:nvPr/>
        </p:nvCxnSpPr>
        <p:spPr>
          <a:xfrm>
            <a:off x="686075" y="1175750"/>
            <a:ext cx="0" cy="8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61" name="Google Shape;761;p54"/>
          <p:cNvGrpSpPr/>
          <p:nvPr/>
        </p:nvGrpSpPr>
        <p:grpSpPr>
          <a:xfrm rot="2700000">
            <a:off x="523623" y="853398"/>
            <a:ext cx="324902" cy="324902"/>
            <a:chOff x="1662975" y="1078284"/>
            <a:chExt cx="666300" cy="666300"/>
          </a:xfrm>
        </p:grpSpPr>
        <p:sp>
          <p:nvSpPr>
            <p:cNvPr id="762" name="Google Shape;762;p54"/>
            <p:cNvSpPr/>
            <p:nvPr/>
          </p:nvSpPr>
          <p:spPr>
            <a:xfrm>
              <a:off x="1662975" y="1078284"/>
              <a:ext cx="666300" cy="666300"/>
            </a:xfrm>
            <a:prstGeom prst="roundRect">
              <a:avLst>
                <a:gd fmla="val 14606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54"/>
            <p:cNvSpPr/>
            <p:nvPr/>
          </p:nvSpPr>
          <p:spPr>
            <a:xfrm>
              <a:off x="1701454" y="1116751"/>
              <a:ext cx="589500" cy="589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4" name="Google Shape;764;p54"/>
          <p:cNvSpPr txBox="1"/>
          <p:nvPr>
            <p:ph idx="4294967295" type="title"/>
          </p:nvPr>
        </p:nvSpPr>
        <p:spPr>
          <a:xfrm>
            <a:off x="456275" y="882200"/>
            <a:ext cx="459600" cy="26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</a:t>
            </a:r>
            <a:endParaRPr sz="1700"/>
          </a:p>
        </p:txBody>
      </p:sp>
      <p:sp>
        <p:nvSpPr>
          <p:cNvPr id="765" name="Google Shape;765;p54"/>
          <p:cNvSpPr/>
          <p:nvPr/>
        </p:nvSpPr>
        <p:spPr>
          <a:xfrm>
            <a:off x="6029400" y="2318150"/>
            <a:ext cx="2916600" cy="2558700"/>
          </a:xfrm>
          <a:prstGeom prst="roundRect">
            <a:avLst>
              <a:gd fmla="val 3114" name="adj"/>
            </a:avLst>
          </a:prstGeom>
          <a:solidFill>
            <a:srgbClr val="FFC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66" name="Google Shape;766;p54"/>
          <p:cNvSpPr/>
          <p:nvPr/>
        </p:nvSpPr>
        <p:spPr>
          <a:xfrm>
            <a:off x="256925" y="2083675"/>
            <a:ext cx="8478000" cy="267300"/>
          </a:xfrm>
          <a:prstGeom prst="roundRect">
            <a:avLst>
              <a:gd fmla="val 3404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7" name="Google Shape;767;p54"/>
          <p:cNvCxnSpPr/>
          <p:nvPr/>
        </p:nvCxnSpPr>
        <p:spPr>
          <a:xfrm>
            <a:off x="887250" y="2202625"/>
            <a:ext cx="7369500" cy="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54"/>
          <p:cNvCxnSpPr/>
          <p:nvPr/>
        </p:nvCxnSpPr>
        <p:spPr>
          <a:xfrm>
            <a:off x="6117363" y="1153025"/>
            <a:ext cx="0" cy="8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769" name="Google Shape;769;p54"/>
          <p:cNvGrpSpPr/>
          <p:nvPr/>
        </p:nvGrpSpPr>
        <p:grpSpPr>
          <a:xfrm rot="2700000">
            <a:off x="5954911" y="868898"/>
            <a:ext cx="324902" cy="324902"/>
            <a:chOff x="1662975" y="1078284"/>
            <a:chExt cx="666300" cy="666300"/>
          </a:xfrm>
        </p:grpSpPr>
        <p:sp>
          <p:nvSpPr>
            <p:cNvPr id="770" name="Google Shape;770;p54"/>
            <p:cNvSpPr/>
            <p:nvPr/>
          </p:nvSpPr>
          <p:spPr>
            <a:xfrm>
              <a:off x="1662975" y="1078284"/>
              <a:ext cx="666300" cy="666300"/>
            </a:xfrm>
            <a:prstGeom prst="roundRect">
              <a:avLst>
                <a:gd fmla="val 14606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54"/>
            <p:cNvSpPr/>
            <p:nvPr/>
          </p:nvSpPr>
          <p:spPr>
            <a:xfrm>
              <a:off x="1701454" y="1116751"/>
              <a:ext cx="589500" cy="589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2" name="Google Shape;772;p54"/>
          <p:cNvSpPr txBox="1"/>
          <p:nvPr>
            <p:ph idx="4294967295" type="title"/>
          </p:nvPr>
        </p:nvSpPr>
        <p:spPr>
          <a:xfrm>
            <a:off x="5887563" y="897725"/>
            <a:ext cx="459600" cy="26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3</a:t>
            </a:r>
            <a:endParaRPr sz="1700"/>
          </a:p>
        </p:txBody>
      </p:sp>
      <p:grpSp>
        <p:nvGrpSpPr>
          <p:cNvPr id="773" name="Google Shape;773;p54"/>
          <p:cNvGrpSpPr/>
          <p:nvPr/>
        </p:nvGrpSpPr>
        <p:grpSpPr>
          <a:xfrm flipH="1" rot="8100000">
            <a:off x="3125948" y="853634"/>
            <a:ext cx="324902" cy="324902"/>
            <a:chOff x="1662975" y="1078284"/>
            <a:chExt cx="666300" cy="666300"/>
          </a:xfrm>
        </p:grpSpPr>
        <p:sp>
          <p:nvSpPr>
            <p:cNvPr id="774" name="Google Shape;774;p54"/>
            <p:cNvSpPr/>
            <p:nvPr/>
          </p:nvSpPr>
          <p:spPr>
            <a:xfrm>
              <a:off x="1662975" y="1078284"/>
              <a:ext cx="666300" cy="666300"/>
            </a:xfrm>
            <a:prstGeom prst="roundRect">
              <a:avLst>
                <a:gd fmla="val 14606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54"/>
            <p:cNvSpPr/>
            <p:nvPr/>
          </p:nvSpPr>
          <p:spPr>
            <a:xfrm>
              <a:off x="1701454" y="1116751"/>
              <a:ext cx="589500" cy="589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6" name="Google Shape;776;p54"/>
          <p:cNvSpPr txBox="1"/>
          <p:nvPr>
            <p:ph idx="4294967295" type="title"/>
          </p:nvPr>
        </p:nvSpPr>
        <p:spPr>
          <a:xfrm flipH="1">
            <a:off x="3058550" y="882434"/>
            <a:ext cx="459600" cy="26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</a:t>
            </a:r>
            <a:endParaRPr sz="1700"/>
          </a:p>
        </p:txBody>
      </p:sp>
      <p:sp>
        <p:nvSpPr>
          <p:cNvPr id="777" name="Google Shape;777;p54"/>
          <p:cNvSpPr txBox="1"/>
          <p:nvPr/>
        </p:nvSpPr>
        <p:spPr>
          <a:xfrm>
            <a:off x="941788" y="728013"/>
            <a:ext cx="23253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Data Processing &amp;</a:t>
            </a:r>
            <a:endParaRPr b="1" sz="19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Preliminary Analysis</a:t>
            </a:r>
            <a:endParaRPr b="1" sz="23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78" name="Google Shape;778;p54"/>
          <p:cNvSpPr txBox="1"/>
          <p:nvPr/>
        </p:nvSpPr>
        <p:spPr>
          <a:xfrm>
            <a:off x="3597475" y="728025"/>
            <a:ext cx="24861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STAGE 1:</a:t>
            </a:r>
            <a:endParaRPr b="1" sz="18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Creating Priority Score System</a:t>
            </a:r>
            <a:endParaRPr b="1" sz="23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779" name="Google Shape;779;p54"/>
          <p:cNvCxnSpPr/>
          <p:nvPr/>
        </p:nvCxnSpPr>
        <p:spPr>
          <a:xfrm>
            <a:off x="3293025" y="1190088"/>
            <a:ext cx="0" cy="853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80" name="Google Shape;780;p54"/>
          <p:cNvSpPr/>
          <p:nvPr/>
        </p:nvSpPr>
        <p:spPr>
          <a:xfrm>
            <a:off x="137125" y="2350975"/>
            <a:ext cx="3007500" cy="2558700"/>
          </a:xfrm>
          <a:prstGeom prst="roundRect">
            <a:avLst>
              <a:gd fmla="val 2223" name="adj"/>
            </a:avLst>
          </a:prstGeom>
          <a:solidFill>
            <a:srgbClr val="FFC7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81" name="Google Shape;781;p54"/>
          <p:cNvSpPr/>
          <p:nvPr/>
        </p:nvSpPr>
        <p:spPr>
          <a:xfrm>
            <a:off x="3076575" y="2350975"/>
            <a:ext cx="3007500" cy="2491500"/>
          </a:xfrm>
          <a:prstGeom prst="roundRect">
            <a:avLst>
              <a:gd fmla="val 1413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82" name="Google Shape;782;p54"/>
          <p:cNvSpPr txBox="1"/>
          <p:nvPr/>
        </p:nvSpPr>
        <p:spPr>
          <a:xfrm>
            <a:off x="6413950" y="671975"/>
            <a:ext cx="25671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STAGE 2:</a:t>
            </a:r>
            <a:endParaRPr b="1" sz="18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Incorporating Network Analysis</a:t>
            </a:r>
            <a:endParaRPr b="1" sz="23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83" name="Google Shape;783;p54"/>
          <p:cNvSpPr txBox="1"/>
          <p:nvPr/>
        </p:nvSpPr>
        <p:spPr>
          <a:xfrm>
            <a:off x="30175" y="2659875"/>
            <a:ext cx="32214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Visualize traffic flow and charger location</a:t>
            </a:r>
            <a:endParaRPr b="1"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AADT, 25-mi radius </a:t>
            </a: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service</a:t>
            </a: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area</a:t>
            </a:r>
            <a:endParaRPr b="1"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84" name="Google Shape;784;p54"/>
          <p:cNvSpPr txBox="1"/>
          <p:nvPr/>
        </p:nvSpPr>
        <p:spPr>
          <a:xfrm>
            <a:off x="3037613" y="2471325"/>
            <a:ext cx="2916600" cy="1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rlow"/>
              <a:buChar char="●"/>
            </a:pPr>
            <a:r>
              <a:rPr b="1" lang="en" sz="2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Create customized score for ranking</a:t>
            </a:r>
            <a:endParaRPr b="1" sz="2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rlow"/>
              <a:buChar char="●"/>
            </a:pPr>
            <a:r>
              <a:rPr b="1" lang="en" sz="2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Large Scale</a:t>
            </a:r>
            <a:endParaRPr b="1" sz="2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rlow"/>
              <a:buChar char="●"/>
            </a:pPr>
            <a:r>
              <a:rPr b="1" lang="en" sz="2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Entire U.S.</a:t>
            </a:r>
            <a:endParaRPr b="1" sz="2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Barlow"/>
              <a:buChar char="●"/>
            </a:pPr>
            <a:r>
              <a:rPr b="1" lang="en" sz="2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Score = VMT * Dist. from Charger</a:t>
            </a:r>
            <a:endParaRPr b="1" sz="2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785" name="Google Shape;785;p54"/>
          <p:cNvSpPr txBox="1"/>
          <p:nvPr/>
        </p:nvSpPr>
        <p:spPr>
          <a:xfrm>
            <a:off x="6029400" y="2407025"/>
            <a:ext cx="3099600" cy="22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Small Scale</a:t>
            </a:r>
            <a:endParaRPr b="1"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Twin Cities, MN</a:t>
            </a: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b="1"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Score = VMT * </a:t>
            </a:r>
            <a:endParaRPr b="1"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(Dist. from Charger)* (Betweenness)</a:t>
            </a:r>
            <a:endParaRPr b="1"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Barlow"/>
              <a:buChar char="●"/>
            </a:pPr>
            <a:r>
              <a:rPr b="1" lang="en" sz="20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OSMnX, NetworkX</a:t>
            </a:r>
            <a:endParaRPr b="1" sz="20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55"/>
          <p:cNvSpPr txBox="1"/>
          <p:nvPr>
            <p:ph type="title"/>
          </p:nvPr>
        </p:nvSpPr>
        <p:spPr>
          <a:xfrm>
            <a:off x="758850" y="125850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Preliminary Analysis</a:t>
            </a:r>
            <a:endParaRPr sz="3000"/>
          </a:p>
        </p:txBody>
      </p:sp>
      <p:pic>
        <p:nvPicPr>
          <p:cNvPr id="791" name="Google Shape;79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875" y="1048838"/>
            <a:ext cx="4993024" cy="3548026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55"/>
          <p:cNvSpPr txBox="1"/>
          <p:nvPr/>
        </p:nvSpPr>
        <p:spPr>
          <a:xfrm>
            <a:off x="5556250" y="1155900"/>
            <a:ext cx="3318900" cy="3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93" name="Google Shape;793;p55"/>
          <p:cNvSpPr txBox="1"/>
          <p:nvPr/>
        </p:nvSpPr>
        <p:spPr>
          <a:xfrm>
            <a:off x="5095950" y="1048813"/>
            <a:ext cx="3914100" cy="3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National‑scale map of EV charging accessibility</a:t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Chargers &lt; 5mi from interstates</a:t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●"/>
            </a:pP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25‑mile radius service areas</a:t>
            </a:r>
            <a:r>
              <a:rPr lang="en" sz="15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 buffer</a:t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Barlow Medium"/>
              <a:buChar char="○"/>
            </a:pPr>
            <a:r>
              <a:rPr lang="en" sz="15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2025 NEVI Guidelines</a:t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Barlow Medium"/>
              <a:buChar char="●"/>
            </a:pPr>
            <a:r>
              <a:rPr lang="en" sz="15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Overlay interstate traffic volumes using</a:t>
            </a:r>
            <a:r>
              <a:rPr b="1" lang="en" sz="16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 Average Annual Daily Traffic (AADT)</a:t>
            </a:r>
            <a:r>
              <a:rPr lang="en" sz="15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 as mobility metric </a:t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Barlow Medium"/>
              <a:buChar char="●"/>
            </a:pPr>
            <a:r>
              <a:rPr lang="en" sz="15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Highlight where high‑demand corridors lack adequate charging coverage</a:t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6"/>
          <p:cNvSpPr/>
          <p:nvPr/>
        </p:nvSpPr>
        <p:spPr>
          <a:xfrm>
            <a:off x="146250" y="3462425"/>
            <a:ext cx="5045400" cy="922800"/>
          </a:xfrm>
          <a:prstGeom prst="roundRect">
            <a:avLst>
              <a:gd fmla="val 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799" name="Google Shape;799;p56"/>
          <p:cNvSpPr txBox="1"/>
          <p:nvPr>
            <p:ph type="title"/>
          </p:nvPr>
        </p:nvSpPr>
        <p:spPr>
          <a:xfrm>
            <a:off x="-2088125" y="220225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800" name="Google Shape;80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5225" y="125850"/>
            <a:ext cx="3818775" cy="2567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5230" y="2657500"/>
            <a:ext cx="3872432" cy="24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56"/>
          <p:cNvSpPr txBox="1"/>
          <p:nvPr/>
        </p:nvSpPr>
        <p:spPr>
          <a:xfrm>
            <a:off x="0" y="1046250"/>
            <a:ext cx="53253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●"/>
            </a:pP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25 mi buffers and AADT mobility flow is nice, but…</a:t>
            </a:r>
            <a:endParaRPr sz="16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○"/>
            </a:pPr>
            <a:r>
              <a:rPr b="1"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AADT</a:t>
            </a: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: treats every segment as if it were the same length </a:t>
            </a:r>
            <a:endParaRPr sz="16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○"/>
            </a:pPr>
            <a:r>
              <a:rPr b="1" lang="en" sz="16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25 mi buffers</a:t>
            </a: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: segments are either “within range” or “not</a:t>
            </a:r>
            <a:endParaRPr sz="16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●"/>
            </a:pP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Solution:</a:t>
            </a:r>
            <a:endParaRPr sz="16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○"/>
            </a:pP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Standardize AADT: aka</a:t>
            </a:r>
            <a:r>
              <a:rPr b="1" lang="en" sz="16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 VMT, Vehicle Miles Traveled</a:t>
            </a:r>
            <a:endParaRPr b="1" sz="16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○"/>
            </a:pP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use </a:t>
            </a:r>
            <a:r>
              <a:rPr b="1" lang="en" sz="16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“distance from charger” </a:t>
            </a:r>
            <a:endParaRPr b="1" sz="16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03" name="Google Shape;803;p56"/>
          <p:cNvSpPr txBox="1"/>
          <p:nvPr/>
        </p:nvSpPr>
        <p:spPr>
          <a:xfrm>
            <a:off x="27300" y="125850"/>
            <a:ext cx="53919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5"/>
                </a:solidFill>
                <a:latin typeface="Exo 2"/>
                <a:ea typeface="Exo 2"/>
                <a:cs typeface="Exo 2"/>
                <a:sym typeface="Exo 2"/>
              </a:rPr>
              <a:t>Analysis - Stage 1: </a:t>
            </a:r>
            <a:endParaRPr b="1" sz="2500">
              <a:solidFill>
                <a:schemeClr val="accent5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Exo 2"/>
                <a:ea typeface="Exo 2"/>
                <a:cs typeface="Exo 2"/>
                <a:sym typeface="Exo 2"/>
              </a:rPr>
              <a:t>Create a Priority Scoring System</a:t>
            </a:r>
            <a:endParaRPr sz="16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04" name="Google Shape;804;p56"/>
          <p:cNvSpPr txBox="1"/>
          <p:nvPr/>
        </p:nvSpPr>
        <p:spPr>
          <a:xfrm>
            <a:off x="250500" y="3462425"/>
            <a:ext cx="49413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Score = </a:t>
            </a:r>
            <a:endParaRPr b="1" sz="2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VMT * (Dist. from Nearest Charger)</a:t>
            </a:r>
            <a:endParaRPr b="1" sz="2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805" name="Google Shape;805;p56"/>
          <p:cNvSpPr txBox="1"/>
          <p:nvPr/>
        </p:nvSpPr>
        <p:spPr>
          <a:xfrm>
            <a:off x="27300" y="4350575"/>
            <a:ext cx="5178900" cy="7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●"/>
            </a:pP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Results: a list of </a:t>
            </a:r>
            <a:r>
              <a:rPr b="1" lang="en" sz="16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top ten priority area ZIP codes </a:t>
            </a:r>
            <a:r>
              <a:rPr lang="en" sz="16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with highest scores (need EV chargers most)</a:t>
            </a:r>
            <a:endParaRPr sz="16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7"/>
          <p:cNvSpPr/>
          <p:nvPr/>
        </p:nvSpPr>
        <p:spPr>
          <a:xfrm>
            <a:off x="3512675" y="3090675"/>
            <a:ext cx="5838600" cy="214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811" name="Google Shape;81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25" y="2083700"/>
            <a:ext cx="3435756" cy="30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57"/>
          <p:cNvSpPr txBox="1"/>
          <p:nvPr>
            <p:ph type="title"/>
          </p:nvPr>
        </p:nvSpPr>
        <p:spPr>
          <a:xfrm>
            <a:off x="3691225" y="382800"/>
            <a:ext cx="5325300" cy="52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Analysis - Stage 2:</a:t>
            </a:r>
            <a:endParaRPr sz="26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Incorporating Network Analysis 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813" name="Google Shape;81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750" y="89275"/>
            <a:ext cx="1736200" cy="1738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050" y="89275"/>
            <a:ext cx="1736200" cy="173893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57"/>
          <p:cNvSpPr txBox="1"/>
          <p:nvPr/>
        </p:nvSpPr>
        <p:spPr>
          <a:xfrm>
            <a:off x="-42000" y="1726400"/>
            <a:ext cx="2222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Betweenness Centrality</a:t>
            </a:r>
            <a:endParaRPr b="1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16" name="Google Shape;816;p57"/>
          <p:cNvSpPr txBox="1"/>
          <p:nvPr/>
        </p:nvSpPr>
        <p:spPr>
          <a:xfrm>
            <a:off x="2230025" y="1726400"/>
            <a:ext cx="2222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Edge </a:t>
            </a:r>
            <a:r>
              <a:rPr b="1" lang="en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Centrality</a:t>
            </a:r>
            <a:endParaRPr b="1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17" name="Google Shape;817;p57"/>
          <p:cNvSpPr txBox="1"/>
          <p:nvPr/>
        </p:nvSpPr>
        <p:spPr>
          <a:xfrm>
            <a:off x="3876925" y="912300"/>
            <a:ext cx="53253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VMT and distance from chargers are important, but…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○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Neither shows how essential a road is for connecting roads across the network.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Medium"/>
              <a:buChar char="○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Add in </a:t>
            </a:r>
            <a:r>
              <a:rPr b="1" lang="en" sz="19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Betweenness Centrality</a:t>
            </a: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!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Down </a:t>
            </a: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scale</a:t>
            </a: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 to Twin Cities, MN as demonstration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Using </a:t>
            </a: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OSMnX</a:t>
            </a: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 and </a:t>
            </a: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NetworkX </a:t>
            </a:r>
            <a:endParaRPr b="1" sz="17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Create more robust scoring system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Results: 5 aggregated segments with top scores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18" name="Google Shape;818;p57"/>
          <p:cNvSpPr/>
          <p:nvPr/>
        </p:nvSpPr>
        <p:spPr>
          <a:xfrm>
            <a:off x="3691225" y="3283850"/>
            <a:ext cx="5325300" cy="1324800"/>
          </a:xfrm>
          <a:prstGeom prst="roundRect">
            <a:avLst>
              <a:gd fmla="val 75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19" name="Google Shape;819;p57"/>
          <p:cNvSpPr txBox="1"/>
          <p:nvPr/>
        </p:nvSpPr>
        <p:spPr>
          <a:xfrm>
            <a:off x="4016875" y="3283850"/>
            <a:ext cx="50454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Score = </a:t>
            </a:r>
            <a:endParaRPr b="1" sz="2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VMT * (Dist. from Nearest Charger)* (</a:t>
            </a:r>
            <a:r>
              <a:rPr b="1" lang="en" sz="2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Betweenness</a:t>
            </a:r>
            <a:r>
              <a:rPr b="1" lang="en" sz="2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 Centrality)</a:t>
            </a:r>
            <a:endParaRPr b="1" sz="2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8"/>
          <p:cNvSpPr/>
          <p:nvPr/>
        </p:nvSpPr>
        <p:spPr>
          <a:xfrm>
            <a:off x="-401525" y="2839300"/>
            <a:ext cx="10422600" cy="2409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25" name="Google Shape;825;p58"/>
          <p:cNvSpPr txBox="1"/>
          <p:nvPr>
            <p:ph type="title"/>
          </p:nvPr>
        </p:nvSpPr>
        <p:spPr>
          <a:xfrm>
            <a:off x="758850" y="114750"/>
            <a:ext cx="76263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Results &amp; Conclusion </a:t>
            </a:r>
            <a:endParaRPr sz="3300"/>
          </a:p>
        </p:txBody>
      </p:sp>
      <p:pic>
        <p:nvPicPr>
          <p:cNvPr id="826" name="Google Shape;82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588" y="1216000"/>
            <a:ext cx="2397525" cy="214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58"/>
          <p:cNvPicPr preferRelativeResize="0"/>
          <p:nvPr/>
        </p:nvPicPr>
        <p:blipFill rotWithShape="1">
          <a:blip r:embed="rId4">
            <a:alphaModFix/>
          </a:blip>
          <a:srcRect b="8584" l="0" r="-2020" t="0"/>
          <a:stretch/>
        </p:blipFill>
        <p:spPr>
          <a:xfrm>
            <a:off x="219275" y="3889225"/>
            <a:ext cx="3015300" cy="101715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58"/>
          <p:cNvSpPr txBox="1"/>
          <p:nvPr/>
        </p:nvSpPr>
        <p:spPr>
          <a:xfrm>
            <a:off x="396600" y="635400"/>
            <a:ext cx="29556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U.S. Top 10 ZIP-code areas </a:t>
            </a:r>
            <a:endParaRPr b="1" sz="13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for EV Charger Implementation </a:t>
            </a:r>
            <a:endParaRPr b="1" sz="13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29" name="Google Shape;829;p58"/>
          <p:cNvSpPr txBox="1"/>
          <p:nvPr/>
        </p:nvSpPr>
        <p:spPr>
          <a:xfrm>
            <a:off x="189425" y="3360675"/>
            <a:ext cx="30153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Twin Cities Top 5 Suggested Areas </a:t>
            </a:r>
            <a:endParaRPr b="1" sz="13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for EV Charger Implementation</a:t>
            </a:r>
            <a:endParaRPr b="1" sz="13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30" name="Google Shape;830;p58"/>
          <p:cNvSpPr txBox="1"/>
          <p:nvPr/>
        </p:nvSpPr>
        <p:spPr>
          <a:xfrm>
            <a:off x="3160000" y="3247650"/>
            <a:ext cx="5566800" cy="13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Future research gaps: </a:t>
            </a:r>
            <a:endParaRPr b="1" sz="17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Charger reliability,</a:t>
            </a: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 </a:t>
            </a: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power levels,</a:t>
            </a: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 and </a:t>
            </a: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real‑time availability </a:t>
            </a: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were not incorporated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Future work could integrate dynamic routing models, temporal traffic patterns, or simulations of EV adoption scenarios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31" name="Google Shape;831;p58"/>
          <p:cNvSpPr txBox="1"/>
          <p:nvPr/>
        </p:nvSpPr>
        <p:spPr>
          <a:xfrm>
            <a:off x="3219700" y="825600"/>
            <a:ext cx="5685000" cy="19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Conclusion</a:t>
            </a:r>
            <a:endParaRPr b="1" sz="1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National map reveals major charging deserts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Network analysis pinpoints </a:t>
            </a: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structurally critical gaps</a:t>
            </a:r>
            <a:endParaRPr b="1" sz="17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700"/>
              <a:buFont typeface="Barlow"/>
              <a:buChar char="○"/>
            </a:pPr>
            <a:r>
              <a:rPr b="1" lang="en" sz="1700">
                <a:solidFill>
                  <a:schemeClr val="accent4"/>
                </a:solidFill>
                <a:latin typeface="Barlow"/>
                <a:ea typeface="Barlow"/>
                <a:cs typeface="Barlow"/>
                <a:sym typeface="Barlow"/>
              </a:rPr>
              <a:t>Betweenness centrality </a:t>
            </a:r>
            <a:endParaRPr b="1" sz="1700">
              <a:solidFill>
                <a:schemeClr val="accent4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Priority score ranks top corridors for investment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Barlow Medium"/>
              <a:buChar char="●"/>
            </a:pPr>
            <a:r>
              <a:rPr lang="en" sz="1700">
                <a:solidFill>
                  <a:schemeClr val="dk2"/>
                </a:solidFill>
                <a:latin typeface="Barlow Medium"/>
                <a:ea typeface="Barlow Medium"/>
                <a:cs typeface="Barlow Medium"/>
                <a:sym typeface="Barlow Medium"/>
              </a:rPr>
              <a:t>Targeted fast‑charging deployment improves EV mobility and system robustness</a:t>
            </a:r>
            <a:endParaRPr sz="1700"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832" name="Google Shape;832;p58"/>
          <p:cNvSpPr/>
          <p:nvPr/>
        </p:nvSpPr>
        <p:spPr>
          <a:xfrm>
            <a:off x="8102016" y="114920"/>
            <a:ext cx="929854" cy="1016712"/>
          </a:xfrm>
          <a:custGeom>
            <a:rect b="b" l="l" r="r" t="t"/>
            <a:pathLst>
              <a:path extrusionOk="0" h="108276" w="99026">
                <a:moveTo>
                  <a:pt x="99025" y="0"/>
                </a:moveTo>
                <a:lnTo>
                  <a:pt x="76058" y="4513"/>
                </a:lnTo>
                <a:lnTo>
                  <a:pt x="71188" y="5477"/>
                </a:lnTo>
                <a:lnTo>
                  <a:pt x="64211" y="6846"/>
                </a:lnTo>
                <a:lnTo>
                  <a:pt x="53746" y="4858"/>
                </a:lnTo>
                <a:lnTo>
                  <a:pt x="48864" y="3929"/>
                </a:lnTo>
                <a:lnTo>
                  <a:pt x="33946" y="1084"/>
                </a:lnTo>
                <a:lnTo>
                  <a:pt x="1" y="5180"/>
                </a:lnTo>
                <a:lnTo>
                  <a:pt x="1" y="106597"/>
                </a:lnTo>
                <a:lnTo>
                  <a:pt x="26111" y="103466"/>
                </a:lnTo>
                <a:lnTo>
                  <a:pt x="31981" y="102751"/>
                </a:lnTo>
                <a:lnTo>
                  <a:pt x="33946" y="102513"/>
                </a:lnTo>
                <a:lnTo>
                  <a:pt x="64211" y="108276"/>
                </a:lnTo>
                <a:lnTo>
                  <a:pt x="71188" y="106906"/>
                </a:lnTo>
                <a:lnTo>
                  <a:pt x="76058" y="105942"/>
                </a:lnTo>
                <a:lnTo>
                  <a:pt x="99025" y="101418"/>
                </a:lnTo>
                <a:lnTo>
                  <a:pt x="9902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0450" lIns="40450" spcFirstLastPara="1" rIns="40450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58"/>
          <p:cNvSpPr/>
          <p:nvPr/>
        </p:nvSpPr>
        <p:spPr>
          <a:xfrm>
            <a:off x="8102016" y="151589"/>
            <a:ext cx="929854" cy="967414"/>
          </a:xfrm>
          <a:custGeom>
            <a:rect b="b" l="l" r="r" t="t"/>
            <a:pathLst>
              <a:path extrusionOk="0" h="103026" w="99026">
                <a:moveTo>
                  <a:pt x="48781" y="1"/>
                </a:moveTo>
                <a:lnTo>
                  <a:pt x="48781" y="6370"/>
                </a:lnTo>
                <a:cubicBezTo>
                  <a:pt x="48781" y="6442"/>
                  <a:pt x="48769" y="6513"/>
                  <a:pt x="48757" y="6585"/>
                </a:cubicBezTo>
                <a:cubicBezTo>
                  <a:pt x="48651" y="7166"/>
                  <a:pt x="48152" y="7569"/>
                  <a:pt x="47583" y="7569"/>
                </a:cubicBezTo>
                <a:cubicBezTo>
                  <a:pt x="47511" y="7569"/>
                  <a:pt x="47438" y="7563"/>
                  <a:pt x="47364" y="7549"/>
                </a:cubicBezTo>
                <a:lnTo>
                  <a:pt x="32183" y="4751"/>
                </a:lnTo>
                <a:cubicBezTo>
                  <a:pt x="32118" y="4739"/>
                  <a:pt x="32049" y="4733"/>
                  <a:pt x="31981" y="4733"/>
                </a:cubicBezTo>
                <a:cubicBezTo>
                  <a:pt x="31913" y="4733"/>
                  <a:pt x="31844" y="4739"/>
                  <a:pt x="31779" y="4751"/>
                </a:cubicBezTo>
                <a:lnTo>
                  <a:pt x="1" y="9752"/>
                </a:lnTo>
                <a:lnTo>
                  <a:pt x="1" y="14669"/>
                </a:lnTo>
                <a:lnTo>
                  <a:pt x="31719" y="9704"/>
                </a:lnTo>
                <a:cubicBezTo>
                  <a:pt x="31791" y="9692"/>
                  <a:pt x="31859" y="9686"/>
                  <a:pt x="31926" y="9686"/>
                </a:cubicBezTo>
                <a:cubicBezTo>
                  <a:pt x="31993" y="9686"/>
                  <a:pt x="32058" y="9692"/>
                  <a:pt x="32124" y="9704"/>
                </a:cubicBezTo>
                <a:lnTo>
                  <a:pt x="47804" y="12597"/>
                </a:lnTo>
                <a:cubicBezTo>
                  <a:pt x="48376" y="12693"/>
                  <a:pt x="48781" y="13193"/>
                  <a:pt x="48781" y="13776"/>
                </a:cubicBezTo>
                <a:lnTo>
                  <a:pt x="48781" y="42196"/>
                </a:lnTo>
                <a:cubicBezTo>
                  <a:pt x="48781" y="42768"/>
                  <a:pt x="48376" y="43268"/>
                  <a:pt x="47804" y="43375"/>
                </a:cubicBezTo>
                <a:lnTo>
                  <a:pt x="34779" y="45887"/>
                </a:lnTo>
                <a:cubicBezTo>
                  <a:pt x="34703" y="45902"/>
                  <a:pt x="34627" y="45909"/>
                  <a:pt x="34552" y="45909"/>
                </a:cubicBezTo>
                <a:cubicBezTo>
                  <a:pt x="34019" y="45909"/>
                  <a:pt x="33544" y="45552"/>
                  <a:pt x="33398" y="45030"/>
                </a:cubicBezTo>
                <a:lnTo>
                  <a:pt x="26754" y="20813"/>
                </a:lnTo>
                <a:cubicBezTo>
                  <a:pt x="26608" y="20291"/>
                  <a:pt x="26123" y="19934"/>
                  <a:pt x="25597" y="19934"/>
                </a:cubicBezTo>
                <a:cubicBezTo>
                  <a:pt x="25523" y="19934"/>
                  <a:pt x="25448" y="19941"/>
                  <a:pt x="25373" y="19955"/>
                </a:cubicBezTo>
                <a:lnTo>
                  <a:pt x="1" y="24849"/>
                </a:lnTo>
                <a:lnTo>
                  <a:pt x="1" y="29814"/>
                </a:lnTo>
                <a:lnTo>
                  <a:pt x="21873" y="25599"/>
                </a:lnTo>
                <a:cubicBezTo>
                  <a:pt x="21953" y="25582"/>
                  <a:pt x="22034" y="25573"/>
                  <a:pt x="22114" y="25573"/>
                </a:cubicBezTo>
                <a:cubicBezTo>
                  <a:pt x="22633" y="25573"/>
                  <a:pt x="23109" y="25930"/>
                  <a:pt x="23254" y="26456"/>
                </a:cubicBezTo>
                <a:lnTo>
                  <a:pt x="28564" y="45768"/>
                </a:lnTo>
                <a:cubicBezTo>
                  <a:pt x="28564" y="45792"/>
                  <a:pt x="28576" y="45828"/>
                  <a:pt x="28576" y="45852"/>
                </a:cubicBezTo>
                <a:cubicBezTo>
                  <a:pt x="28707" y="46506"/>
                  <a:pt x="28278" y="47137"/>
                  <a:pt x="27635" y="47268"/>
                </a:cubicBezTo>
                <a:lnTo>
                  <a:pt x="1" y="52567"/>
                </a:lnTo>
                <a:lnTo>
                  <a:pt x="1" y="57591"/>
                </a:lnTo>
                <a:lnTo>
                  <a:pt x="69783" y="44173"/>
                </a:lnTo>
                <a:cubicBezTo>
                  <a:pt x="69867" y="44161"/>
                  <a:pt x="69938" y="44161"/>
                  <a:pt x="70022" y="44161"/>
                </a:cubicBezTo>
                <a:cubicBezTo>
                  <a:pt x="70688" y="44161"/>
                  <a:pt x="71224" y="44697"/>
                  <a:pt x="71224" y="45363"/>
                </a:cubicBezTo>
                <a:lnTo>
                  <a:pt x="71224" y="52900"/>
                </a:lnTo>
                <a:cubicBezTo>
                  <a:pt x="71224" y="53472"/>
                  <a:pt x="70807" y="53972"/>
                  <a:pt x="70236" y="54079"/>
                </a:cubicBezTo>
                <a:lnTo>
                  <a:pt x="48531" y="57829"/>
                </a:lnTo>
                <a:cubicBezTo>
                  <a:pt x="48162" y="57889"/>
                  <a:pt x="47840" y="58115"/>
                  <a:pt x="47673" y="58448"/>
                </a:cubicBezTo>
                <a:lnTo>
                  <a:pt x="37529" y="77808"/>
                </a:lnTo>
                <a:cubicBezTo>
                  <a:pt x="37351" y="78153"/>
                  <a:pt x="37017" y="78391"/>
                  <a:pt x="36636" y="78439"/>
                </a:cubicBezTo>
                <a:lnTo>
                  <a:pt x="1" y="84023"/>
                </a:lnTo>
                <a:lnTo>
                  <a:pt x="1" y="88940"/>
                </a:lnTo>
                <a:lnTo>
                  <a:pt x="32076" y="84071"/>
                </a:lnTo>
                <a:cubicBezTo>
                  <a:pt x="32143" y="84060"/>
                  <a:pt x="32208" y="84055"/>
                  <a:pt x="32273" y="84055"/>
                </a:cubicBezTo>
                <a:cubicBezTo>
                  <a:pt x="33146" y="84055"/>
                  <a:pt x="33748" y="84999"/>
                  <a:pt x="33326" y="85809"/>
                </a:cubicBezTo>
                <a:lnTo>
                  <a:pt x="26123" y="99584"/>
                </a:lnTo>
                <a:lnTo>
                  <a:pt x="31993" y="98870"/>
                </a:lnTo>
                <a:lnTo>
                  <a:pt x="50852" y="62854"/>
                </a:lnTo>
                <a:cubicBezTo>
                  <a:pt x="51031" y="62520"/>
                  <a:pt x="51353" y="62282"/>
                  <a:pt x="51722" y="62223"/>
                </a:cubicBezTo>
                <a:lnTo>
                  <a:pt x="69819" y="59091"/>
                </a:lnTo>
                <a:cubicBezTo>
                  <a:pt x="69885" y="59080"/>
                  <a:pt x="69950" y="59075"/>
                  <a:pt x="70015" y="59075"/>
                </a:cubicBezTo>
                <a:cubicBezTo>
                  <a:pt x="70663" y="59075"/>
                  <a:pt x="71224" y="59600"/>
                  <a:pt x="71224" y="60282"/>
                </a:cubicBezTo>
                <a:lnTo>
                  <a:pt x="71224" y="103025"/>
                </a:lnTo>
                <a:lnTo>
                  <a:pt x="76094" y="102049"/>
                </a:lnTo>
                <a:lnTo>
                  <a:pt x="76094" y="85309"/>
                </a:lnTo>
                <a:cubicBezTo>
                  <a:pt x="76106" y="84713"/>
                  <a:pt x="76534" y="84213"/>
                  <a:pt x="77118" y="84130"/>
                </a:cubicBezTo>
                <a:lnTo>
                  <a:pt x="99025" y="80487"/>
                </a:lnTo>
                <a:lnTo>
                  <a:pt x="99025" y="75569"/>
                </a:lnTo>
                <a:lnTo>
                  <a:pt x="77499" y="79118"/>
                </a:lnTo>
                <a:cubicBezTo>
                  <a:pt x="77439" y="79129"/>
                  <a:pt x="77368" y="79129"/>
                  <a:pt x="77308" y="79129"/>
                </a:cubicBezTo>
                <a:cubicBezTo>
                  <a:pt x="77301" y="79130"/>
                  <a:pt x="77294" y="79130"/>
                  <a:pt x="77287" y="79130"/>
                </a:cubicBezTo>
                <a:cubicBezTo>
                  <a:pt x="76630" y="79130"/>
                  <a:pt x="76106" y="78587"/>
                  <a:pt x="76106" y="77939"/>
                </a:cubicBezTo>
                <a:lnTo>
                  <a:pt x="76106" y="43982"/>
                </a:lnTo>
                <a:cubicBezTo>
                  <a:pt x="76094" y="43411"/>
                  <a:pt x="76510" y="42911"/>
                  <a:pt x="77070" y="42804"/>
                </a:cubicBezTo>
                <a:lnTo>
                  <a:pt x="99025" y="38577"/>
                </a:lnTo>
                <a:lnTo>
                  <a:pt x="99025" y="33576"/>
                </a:lnTo>
                <a:lnTo>
                  <a:pt x="95037" y="34350"/>
                </a:lnTo>
                <a:cubicBezTo>
                  <a:pt x="94965" y="34362"/>
                  <a:pt x="94882" y="34362"/>
                  <a:pt x="94810" y="34362"/>
                </a:cubicBezTo>
                <a:cubicBezTo>
                  <a:pt x="94167" y="34362"/>
                  <a:pt x="93655" y="33838"/>
                  <a:pt x="93655" y="33207"/>
                </a:cubicBezTo>
                <a:lnTo>
                  <a:pt x="93655" y="13633"/>
                </a:lnTo>
                <a:cubicBezTo>
                  <a:pt x="93655" y="13086"/>
                  <a:pt x="94048" y="12609"/>
                  <a:pt x="94596" y="12502"/>
                </a:cubicBezTo>
                <a:lnTo>
                  <a:pt x="99025" y="11585"/>
                </a:lnTo>
                <a:lnTo>
                  <a:pt x="99025" y="6597"/>
                </a:lnTo>
                <a:lnTo>
                  <a:pt x="89738" y="8514"/>
                </a:lnTo>
                <a:cubicBezTo>
                  <a:pt x="89179" y="8609"/>
                  <a:pt x="88786" y="9097"/>
                  <a:pt x="88786" y="9669"/>
                </a:cubicBezTo>
                <a:lnTo>
                  <a:pt x="88786" y="34553"/>
                </a:lnTo>
                <a:cubicBezTo>
                  <a:pt x="88786" y="35136"/>
                  <a:pt x="88369" y="35636"/>
                  <a:pt x="87798" y="35743"/>
                </a:cubicBezTo>
                <a:lnTo>
                  <a:pt x="77546" y="37720"/>
                </a:lnTo>
                <a:cubicBezTo>
                  <a:pt x="77475" y="37731"/>
                  <a:pt x="77391" y="37743"/>
                  <a:pt x="77320" y="37743"/>
                </a:cubicBezTo>
                <a:cubicBezTo>
                  <a:pt x="76641" y="37743"/>
                  <a:pt x="76106" y="37196"/>
                  <a:pt x="76106" y="36529"/>
                </a:cubicBezTo>
                <a:lnTo>
                  <a:pt x="76106" y="572"/>
                </a:lnTo>
                <a:lnTo>
                  <a:pt x="71224" y="1548"/>
                </a:lnTo>
                <a:lnTo>
                  <a:pt x="71224" y="37922"/>
                </a:lnTo>
                <a:cubicBezTo>
                  <a:pt x="71224" y="38505"/>
                  <a:pt x="70807" y="39005"/>
                  <a:pt x="70236" y="39113"/>
                </a:cubicBezTo>
                <a:lnTo>
                  <a:pt x="55103" y="42030"/>
                </a:lnTo>
                <a:cubicBezTo>
                  <a:pt x="55020" y="42042"/>
                  <a:pt x="54948" y="42042"/>
                  <a:pt x="54877" y="42042"/>
                </a:cubicBezTo>
                <a:cubicBezTo>
                  <a:pt x="54198" y="42042"/>
                  <a:pt x="53662" y="41506"/>
                  <a:pt x="53650" y="40827"/>
                </a:cubicBezTo>
                <a:lnTo>
                  <a:pt x="53650" y="917"/>
                </a:lnTo>
                <a:lnTo>
                  <a:pt x="4878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0450" lIns="40450" spcFirstLastPara="1" rIns="40450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8"/>
          <p:cNvSpPr/>
          <p:nvPr/>
        </p:nvSpPr>
        <p:spPr>
          <a:xfrm>
            <a:off x="8102129" y="114920"/>
            <a:ext cx="929741" cy="1017050"/>
          </a:xfrm>
          <a:custGeom>
            <a:rect b="b" l="l" r="r" t="t"/>
            <a:pathLst>
              <a:path extrusionOk="0" h="108312" w="99014">
                <a:moveTo>
                  <a:pt x="96560" y="2953"/>
                </a:moveTo>
                <a:lnTo>
                  <a:pt x="96560" y="99417"/>
                </a:lnTo>
                <a:lnTo>
                  <a:pt x="75570" y="103549"/>
                </a:lnTo>
                <a:lnTo>
                  <a:pt x="70700" y="104525"/>
                </a:lnTo>
                <a:lnTo>
                  <a:pt x="64187" y="105811"/>
                </a:lnTo>
                <a:lnTo>
                  <a:pt x="34422" y="100132"/>
                </a:lnTo>
                <a:lnTo>
                  <a:pt x="34041" y="100048"/>
                </a:lnTo>
                <a:lnTo>
                  <a:pt x="33660" y="100108"/>
                </a:lnTo>
                <a:lnTo>
                  <a:pt x="31719" y="100346"/>
                </a:lnTo>
                <a:lnTo>
                  <a:pt x="25861" y="101049"/>
                </a:lnTo>
                <a:lnTo>
                  <a:pt x="2430" y="103870"/>
                </a:lnTo>
                <a:lnTo>
                  <a:pt x="2430" y="7347"/>
                </a:lnTo>
                <a:lnTo>
                  <a:pt x="33850" y="3560"/>
                </a:lnTo>
                <a:lnTo>
                  <a:pt x="48400" y="6335"/>
                </a:lnTo>
                <a:lnTo>
                  <a:pt x="53269" y="7263"/>
                </a:lnTo>
                <a:lnTo>
                  <a:pt x="63735" y="9252"/>
                </a:lnTo>
                <a:lnTo>
                  <a:pt x="64223" y="9335"/>
                </a:lnTo>
                <a:lnTo>
                  <a:pt x="64687" y="9252"/>
                </a:lnTo>
                <a:lnTo>
                  <a:pt x="71664" y="7870"/>
                </a:lnTo>
                <a:lnTo>
                  <a:pt x="76534" y="6894"/>
                </a:lnTo>
                <a:lnTo>
                  <a:pt x="96560" y="2953"/>
                </a:lnTo>
                <a:close/>
                <a:moveTo>
                  <a:pt x="99013" y="0"/>
                </a:moveTo>
                <a:lnTo>
                  <a:pt x="76046" y="4525"/>
                </a:lnTo>
                <a:lnTo>
                  <a:pt x="71176" y="5501"/>
                </a:lnTo>
                <a:lnTo>
                  <a:pt x="64199" y="6823"/>
                </a:lnTo>
                <a:lnTo>
                  <a:pt x="53734" y="4834"/>
                </a:lnTo>
                <a:lnTo>
                  <a:pt x="48864" y="3906"/>
                </a:lnTo>
                <a:lnTo>
                  <a:pt x="33934" y="1060"/>
                </a:lnTo>
                <a:lnTo>
                  <a:pt x="1" y="5156"/>
                </a:lnTo>
                <a:lnTo>
                  <a:pt x="1" y="106633"/>
                </a:lnTo>
                <a:lnTo>
                  <a:pt x="26171" y="103477"/>
                </a:lnTo>
                <a:lnTo>
                  <a:pt x="32088" y="102775"/>
                </a:lnTo>
                <a:lnTo>
                  <a:pt x="34041" y="102537"/>
                </a:lnTo>
                <a:lnTo>
                  <a:pt x="64378" y="108311"/>
                </a:lnTo>
                <a:lnTo>
                  <a:pt x="71319" y="106942"/>
                </a:lnTo>
                <a:lnTo>
                  <a:pt x="76165" y="105978"/>
                </a:lnTo>
                <a:lnTo>
                  <a:pt x="99013" y="101477"/>
                </a:lnTo>
                <a:lnTo>
                  <a:pt x="99013" y="0"/>
                </a:ln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40450" lIns="40450" spcFirstLastPara="1" rIns="40450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58"/>
          <p:cNvSpPr/>
          <p:nvPr/>
        </p:nvSpPr>
        <p:spPr>
          <a:xfrm>
            <a:off x="8102129" y="114748"/>
            <a:ext cx="929741" cy="1017050"/>
          </a:xfrm>
          <a:custGeom>
            <a:rect b="b" l="l" r="r" t="t"/>
            <a:pathLst>
              <a:path extrusionOk="0" h="108312" w="99014">
                <a:moveTo>
                  <a:pt x="96560" y="2953"/>
                </a:moveTo>
                <a:lnTo>
                  <a:pt x="96560" y="99417"/>
                </a:lnTo>
                <a:lnTo>
                  <a:pt x="75570" y="103549"/>
                </a:lnTo>
                <a:lnTo>
                  <a:pt x="70700" y="104525"/>
                </a:lnTo>
                <a:lnTo>
                  <a:pt x="64187" y="105811"/>
                </a:lnTo>
                <a:lnTo>
                  <a:pt x="34422" y="100132"/>
                </a:lnTo>
                <a:lnTo>
                  <a:pt x="34041" y="100048"/>
                </a:lnTo>
                <a:lnTo>
                  <a:pt x="33660" y="100108"/>
                </a:lnTo>
                <a:lnTo>
                  <a:pt x="31719" y="100346"/>
                </a:lnTo>
                <a:lnTo>
                  <a:pt x="25861" y="101049"/>
                </a:lnTo>
                <a:lnTo>
                  <a:pt x="2430" y="103870"/>
                </a:lnTo>
                <a:lnTo>
                  <a:pt x="2430" y="7347"/>
                </a:lnTo>
                <a:lnTo>
                  <a:pt x="33850" y="3560"/>
                </a:lnTo>
                <a:lnTo>
                  <a:pt x="48400" y="6335"/>
                </a:lnTo>
                <a:lnTo>
                  <a:pt x="53269" y="7263"/>
                </a:lnTo>
                <a:lnTo>
                  <a:pt x="63735" y="9252"/>
                </a:lnTo>
                <a:lnTo>
                  <a:pt x="64223" y="9335"/>
                </a:lnTo>
                <a:lnTo>
                  <a:pt x="64687" y="9252"/>
                </a:lnTo>
                <a:lnTo>
                  <a:pt x="71664" y="7870"/>
                </a:lnTo>
                <a:lnTo>
                  <a:pt x="76534" y="6894"/>
                </a:lnTo>
                <a:lnTo>
                  <a:pt x="96560" y="2953"/>
                </a:lnTo>
                <a:close/>
                <a:moveTo>
                  <a:pt x="99013" y="0"/>
                </a:moveTo>
                <a:lnTo>
                  <a:pt x="76046" y="4525"/>
                </a:lnTo>
                <a:lnTo>
                  <a:pt x="71176" y="5501"/>
                </a:lnTo>
                <a:lnTo>
                  <a:pt x="64199" y="6823"/>
                </a:lnTo>
                <a:lnTo>
                  <a:pt x="53734" y="4834"/>
                </a:lnTo>
                <a:lnTo>
                  <a:pt x="48864" y="3906"/>
                </a:lnTo>
                <a:lnTo>
                  <a:pt x="33934" y="1060"/>
                </a:lnTo>
                <a:lnTo>
                  <a:pt x="1" y="5156"/>
                </a:lnTo>
                <a:lnTo>
                  <a:pt x="1" y="106633"/>
                </a:lnTo>
                <a:lnTo>
                  <a:pt x="26171" y="103477"/>
                </a:lnTo>
                <a:lnTo>
                  <a:pt x="32088" y="102775"/>
                </a:lnTo>
                <a:lnTo>
                  <a:pt x="34041" y="102537"/>
                </a:lnTo>
                <a:lnTo>
                  <a:pt x="64378" y="108311"/>
                </a:lnTo>
                <a:lnTo>
                  <a:pt x="71319" y="106942"/>
                </a:lnTo>
                <a:lnTo>
                  <a:pt x="76165" y="105978"/>
                </a:lnTo>
                <a:lnTo>
                  <a:pt x="99013" y="101477"/>
                </a:lnTo>
                <a:lnTo>
                  <a:pt x="99013" y="0"/>
                </a:lnTo>
                <a:close/>
              </a:path>
            </a:pathLst>
          </a:custGeom>
          <a:solidFill>
            <a:schemeClr val="accent3"/>
          </a:solidFill>
          <a:ln cap="flat" cmpd="sng" w="84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450" lIns="40450" spcFirstLastPara="1" rIns="40450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6" name="Google Shape;836;p58"/>
          <p:cNvGrpSpPr/>
          <p:nvPr/>
        </p:nvGrpSpPr>
        <p:grpSpPr>
          <a:xfrm>
            <a:off x="8178808" y="784983"/>
            <a:ext cx="236078" cy="236078"/>
            <a:chOff x="4936625" y="1954825"/>
            <a:chExt cx="1041825" cy="1041825"/>
          </a:xfrm>
        </p:grpSpPr>
        <p:sp>
          <p:nvSpPr>
            <p:cNvPr id="837" name="Google Shape;837;p58"/>
            <p:cNvSpPr/>
            <p:nvPr/>
          </p:nvSpPr>
          <p:spPr>
            <a:xfrm>
              <a:off x="4936625" y="1954825"/>
              <a:ext cx="1041825" cy="1041825"/>
            </a:xfrm>
            <a:custGeom>
              <a:rect b="b" l="l" r="r" t="t"/>
              <a:pathLst>
                <a:path extrusionOk="0" h="41673" w="41673">
                  <a:moveTo>
                    <a:pt x="20836" y="1"/>
                  </a:moveTo>
                  <a:cubicBezTo>
                    <a:pt x="9323" y="1"/>
                    <a:pt x="0" y="9323"/>
                    <a:pt x="0" y="20837"/>
                  </a:cubicBezTo>
                  <a:cubicBezTo>
                    <a:pt x="0" y="32338"/>
                    <a:pt x="9323" y="41673"/>
                    <a:pt x="20836" y="41673"/>
                  </a:cubicBezTo>
                  <a:cubicBezTo>
                    <a:pt x="32338" y="41673"/>
                    <a:pt x="41672" y="32338"/>
                    <a:pt x="41672" y="20837"/>
                  </a:cubicBezTo>
                  <a:cubicBezTo>
                    <a:pt x="41672" y="9323"/>
                    <a:pt x="32338" y="1"/>
                    <a:pt x="20836" y="1"/>
                  </a:cubicBez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8"/>
            <p:cNvSpPr/>
            <p:nvPr/>
          </p:nvSpPr>
          <p:spPr>
            <a:xfrm>
              <a:off x="5288150" y="2318200"/>
              <a:ext cx="351850" cy="338525"/>
            </a:xfrm>
            <a:custGeom>
              <a:rect b="b" l="l" r="r" t="t"/>
              <a:pathLst>
                <a:path extrusionOk="0" h="13541" w="14074">
                  <a:moveTo>
                    <a:pt x="6775" y="1"/>
                  </a:moveTo>
                  <a:cubicBezTo>
                    <a:pt x="5904" y="1"/>
                    <a:pt x="5026" y="169"/>
                    <a:pt x="4191" y="515"/>
                  </a:cubicBezTo>
                  <a:cubicBezTo>
                    <a:pt x="1655" y="1563"/>
                    <a:pt x="12" y="4040"/>
                    <a:pt x="12" y="6778"/>
                  </a:cubicBezTo>
                  <a:cubicBezTo>
                    <a:pt x="0" y="10517"/>
                    <a:pt x="3037" y="13541"/>
                    <a:pt x="6775" y="13541"/>
                  </a:cubicBezTo>
                  <a:cubicBezTo>
                    <a:pt x="9514" y="13541"/>
                    <a:pt x="11978" y="11898"/>
                    <a:pt x="13026" y="9362"/>
                  </a:cubicBezTo>
                  <a:cubicBezTo>
                    <a:pt x="14074" y="6838"/>
                    <a:pt x="13502" y="3921"/>
                    <a:pt x="11561" y="1980"/>
                  </a:cubicBezTo>
                  <a:cubicBezTo>
                    <a:pt x="10271" y="689"/>
                    <a:pt x="8537" y="1"/>
                    <a:pt x="6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8"/>
            <p:cNvSpPr/>
            <p:nvPr/>
          </p:nvSpPr>
          <p:spPr>
            <a:xfrm>
              <a:off x="5402099" y="2493000"/>
              <a:ext cx="52400" cy="423575"/>
            </a:xfrm>
            <a:custGeom>
              <a:rect b="b" l="l" r="r" t="t"/>
              <a:pathLst>
                <a:path extrusionOk="0" h="16943" w="2096">
                  <a:moveTo>
                    <a:pt x="2096" y="0"/>
                  </a:moveTo>
                  <a:lnTo>
                    <a:pt x="0" y="2096"/>
                  </a:lnTo>
                  <a:lnTo>
                    <a:pt x="215" y="3751"/>
                  </a:lnTo>
                  <a:lnTo>
                    <a:pt x="1965" y="16943"/>
                  </a:lnTo>
                  <a:lnTo>
                    <a:pt x="2096" y="10347"/>
                  </a:lnTo>
                  <a:lnTo>
                    <a:pt x="209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8"/>
            <p:cNvSpPr/>
            <p:nvPr/>
          </p:nvSpPr>
          <p:spPr>
            <a:xfrm>
              <a:off x="5506625" y="2549850"/>
              <a:ext cx="118500" cy="107475"/>
            </a:xfrm>
            <a:custGeom>
              <a:rect b="b" l="l" r="r" t="t"/>
              <a:pathLst>
                <a:path extrusionOk="0" h="4299" w="4740">
                  <a:moveTo>
                    <a:pt x="263" y="0"/>
                  </a:moveTo>
                  <a:lnTo>
                    <a:pt x="1" y="1465"/>
                  </a:lnTo>
                  <a:lnTo>
                    <a:pt x="4739" y="4299"/>
                  </a:lnTo>
                  <a:lnTo>
                    <a:pt x="4739" y="4299"/>
                  </a:lnTo>
                  <a:lnTo>
                    <a:pt x="4692" y="4227"/>
                  </a:lnTo>
                  <a:lnTo>
                    <a:pt x="26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8"/>
            <p:cNvSpPr/>
            <p:nvPr/>
          </p:nvSpPr>
          <p:spPr>
            <a:xfrm>
              <a:off x="5286650" y="2307850"/>
              <a:ext cx="118200" cy="117300"/>
            </a:xfrm>
            <a:custGeom>
              <a:rect b="b" l="l" r="r" t="t"/>
              <a:pathLst>
                <a:path extrusionOk="0" h="4692" w="4728">
                  <a:moveTo>
                    <a:pt x="1" y="1"/>
                  </a:moveTo>
                  <a:lnTo>
                    <a:pt x="4525" y="4692"/>
                  </a:lnTo>
                  <a:lnTo>
                    <a:pt x="4728" y="3180"/>
                  </a:lnTo>
                  <a:lnTo>
                    <a:pt x="4692" y="3168"/>
                  </a:lnTo>
                  <a:cubicBezTo>
                    <a:pt x="4692" y="3168"/>
                    <a:pt x="549" y="45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8"/>
            <p:cNvSpPr/>
            <p:nvPr/>
          </p:nvSpPr>
          <p:spPr>
            <a:xfrm>
              <a:off x="5445360" y="2053950"/>
              <a:ext cx="64325" cy="433425"/>
            </a:xfrm>
            <a:custGeom>
              <a:rect b="b" l="l" r="r" t="t"/>
              <a:pathLst>
                <a:path extrusionOk="0" h="17337" w="2573">
                  <a:moveTo>
                    <a:pt x="1" y="1"/>
                  </a:moveTo>
                  <a:lnTo>
                    <a:pt x="346" y="17336"/>
                  </a:lnTo>
                  <a:lnTo>
                    <a:pt x="2573" y="14669"/>
                  </a:lnTo>
                  <a:lnTo>
                    <a:pt x="2346" y="1337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8"/>
            <p:cNvSpPr/>
            <p:nvPr/>
          </p:nvSpPr>
          <p:spPr>
            <a:xfrm>
              <a:off x="5513775" y="2305775"/>
              <a:ext cx="108375" cy="120875"/>
            </a:xfrm>
            <a:custGeom>
              <a:rect b="b" l="l" r="r" t="t"/>
              <a:pathLst>
                <a:path extrusionOk="0" h="4835" w="4335">
                  <a:moveTo>
                    <a:pt x="4334" y="0"/>
                  </a:moveTo>
                  <a:lnTo>
                    <a:pt x="0" y="4596"/>
                  </a:lnTo>
                  <a:lnTo>
                    <a:pt x="1738" y="4834"/>
                  </a:lnTo>
                  <a:lnTo>
                    <a:pt x="1738" y="4834"/>
                  </a:lnTo>
                  <a:cubicBezTo>
                    <a:pt x="1667" y="4813"/>
                    <a:pt x="4037" y="523"/>
                    <a:pt x="4334" y="0"/>
                  </a:cubicBezTo>
                  <a:close/>
                  <a:moveTo>
                    <a:pt x="1738" y="4834"/>
                  </a:moveTo>
                  <a:lnTo>
                    <a:pt x="1738" y="4834"/>
                  </a:lnTo>
                  <a:cubicBezTo>
                    <a:pt x="1738" y="4834"/>
                    <a:pt x="1738" y="4834"/>
                    <a:pt x="1739" y="4834"/>
                  </a:cubicBezTo>
                  <a:lnTo>
                    <a:pt x="1738" y="48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8"/>
            <p:cNvSpPr/>
            <p:nvPr/>
          </p:nvSpPr>
          <p:spPr>
            <a:xfrm>
              <a:off x="5456376" y="2470375"/>
              <a:ext cx="428950" cy="79500"/>
            </a:xfrm>
            <a:custGeom>
              <a:rect b="b" l="l" r="r" t="t"/>
              <a:pathLst>
                <a:path extrusionOk="0" h="3180" w="17158">
                  <a:moveTo>
                    <a:pt x="17158" y="0"/>
                  </a:moveTo>
                  <a:lnTo>
                    <a:pt x="1" y="643"/>
                  </a:lnTo>
                  <a:lnTo>
                    <a:pt x="2180" y="3179"/>
                  </a:lnTo>
                  <a:lnTo>
                    <a:pt x="3573" y="2882"/>
                  </a:lnTo>
                  <a:lnTo>
                    <a:pt x="171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8"/>
            <p:cNvSpPr/>
            <p:nvPr/>
          </p:nvSpPr>
          <p:spPr>
            <a:xfrm>
              <a:off x="5276550" y="2538525"/>
              <a:ext cx="123250" cy="111350"/>
            </a:xfrm>
            <a:custGeom>
              <a:rect b="b" l="l" r="r" t="t"/>
              <a:pathLst>
                <a:path extrusionOk="0" h="4454" w="4930">
                  <a:moveTo>
                    <a:pt x="3298" y="1"/>
                  </a:moveTo>
                  <a:lnTo>
                    <a:pt x="3298" y="13"/>
                  </a:lnTo>
                  <a:lnTo>
                    <a:pt x="0" y="4454"/>
                  </a:lnTo>
                  <a:lnTo>
                    <a:pt x="4929" y="275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58"/>
            <p:cNvSpPr/>
            <p:nvPr/>
          </p:nvSpPr>
          <p:spPr>
            <a:xfrm>
              <a:off x="5025025" y="2425125"/>
              <a:ext cx="427150" cy="62250"/>
            </a:xfrm>
            <a:custGeom>
              <a:rect b="b" l="l" r="r" t="t"/>
              <a:pathLst>
                <a:path extrusionOk="0" h="2490" w="17086">
                  <a:moveTo>
                    <a:pt x="14990" y="1"/>
                  </a:moveTo>
                  <a:lnTo>
                    <a:pt x="13085" y="310"/>
                  </a:lnTo>
                  <a:lnTo>
                    <a:pt x="0" y="2382"/>
                  </a:lnTo>
                  <a:lnTo>
                    <a:pt x="17086" y="2489"/>
                  </a:lnTo>
                  <a:lnTo>
                    <a:pt x="17086" y="2263"/>
                  </a:lnTo>
                  <a:lnTo>
                    <a:pt x="1499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47" name="Google Shape;847;p58"/>
            <p:cNvGrpSpPr/>
            <p:nvPr/>
          </p:nvGrpSpPr>
          <p:grpSpPr>
            <a:xfrm>
              <a:off x="5025025" y="2053950"/>
              <a:ext cx="860301" cy="862625"/>
              <a:chOff x="5025025" y="2053950"/>
              <a:chExt cx="860301" cy="862625"/>
            </a:xfrm>
          </p:grpSpPr>
          <p:sp>
            <p:nvSpPr>
              <p:cNvPr id="848" name="Google Shape;848;p58"/>
              <p:cNvSpPr/>
              <p:nvPr/>
            </p:nvSpPr>
            <p:spPr>
              <a:xfrm>
                <a:off x="5456376" y="2420675"/>
                <a:ext cx="428950" cy="65800"/>
              </a:xfrm>
              <a:custGeom>
                <a:rect b="b" l="l" r="r" t="t"/>
                <a:pathLst>
                  <a:path extrusionOk="0" h="2632" w="17158">
                    <a:moveTo>
                      <a:pt x="2180" y="0"/>
                    </a:moveTo>
                    <a:lnTo>
                      <a:pt x="1" y="2631"/>
                    </a:lnTo>
                    <a:lnTo>
                      <a:pt x="17158" y="1988"/>
                    </a:lnTo>
                    <a:lnTo>
                      <a:pt x="3942" y="238"/>
                    </a:lnTo>
                    <a:lnTo>
                      <a:pt x="2203" y="12"/>
                    </a:lnTo>
                    <a:lnTo>
                      <a:pt x="21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58"/>
              <p:cNvSpPr/>
              <p:nvPr/>
            </p:nvSpPr>
            <p:spPr>
              <a:xfrm>
                <a:off x="5513175" y="2542400"/>
                <a:ext cx="110750" cy="113150"/>
              </a:xfrm>
              <a:custGeom>
                <a:rect b="b" l="l" r="r" t="t"/>
                <a:pathLst>
                  <a:path extrusionOk="0" h="4526" w="4430">
                    <a:moveTo>
                      <a:pt x="1394" y="1"/>
                    </a:moveTo>
                    <a:lnTo>
                      <a:pt x="1" y="298"/>
                    </a:lnTo>
                    <a:lnTo>
                      <a:pt x="4430" y="4525"/>
                    </a:lnTo>
                    <a:lnTo>
                      <a:pt x="13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58"/>
              <p:cNvSpPr/>
              <p:nvPr/>
            </p:nvSpPr>
            <p:spPr>
              <a:xfrm>
                <a:off x="5505501" y="2305437"/>
                <a:ext cx="114925" cy="116725"/>
              </a:xfrm>
              <a:custGeom>
                <a:rect b="b" l="l" r="r" t="t"/>
                <a:pathLst>
                  <a:path extrusionOk="0" h="4669" w="4597">
                    <a:moveTo>
                      <a:pt x="4596" y="1"/>
                    </a:moveTo>
                    <a:lnTo>
                      <a:pt x="0" y="3346"/>
                    </a:lnTo>
                    <a:lnTo>
                      <a:pt x="0" y="3358"/>
                    </a:lnTo>
                    <a:lnTo>
                      <a:pt x="226" y="4668"/>
                    </a:lnTo>
                    <a:lnTo>
                      <a:pt x="250" y="4668"/>
                    </a:lnTo>
                    <a:lnTo>
                      <a:pt x="4572" y="60"/>
                    </a:lnTo>
                    <a:cubicBezTo>
                      <a:pt x="4584" y="25"/>
                      <a:pt x="4596" y="1"/>
                      <a:pt x="45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58"/>
              <p:cNvSpPr/>
              <p:nvPr/>
            </p:nvSpPr>
            <p:spPr>
              <a:xfrm>
                <a:off x="5399775" y="2053950"/>
                <a:ext cx="52400" cy="427750"/>
              </a:xfrm>
              <a:custGeom>
                <a:rect b="b" l="l" r="r" t="t"/>
                <a:pathLst>
                  <a:path extrusionOk="0" h="17110" w="2096">
                    <a:moveTo>
                      <a:pt x="1965" y="1"/>
                    </a:moveTo>
                    <a:lnTo>
                      <a:pt x="203" y="13336"/>
                    </a:lnTo>
                    <a:lnTo>
                      <a:pt x="0" y="14848"/>
                    </a:lnTo>
                    <a:lnTo>
                      <a:pt x="2096" y="17110"/>
                    </a:lnTo>
                    <a:lnTo>
                      <a:pt x="2096" y="6668"/>
                    </a:lnTo>
                    <a:lnTo>
                      <a:pt x="196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58"/>
              <p:cNvSpPr/>
              <p:nvPr/>
            </p:nvSpPr>
            <p:spPr>
              <a:xfrm>
                <a:off x="5025025" y="2484650"/>
                <a:ext cx="427150" cy="60750"/>
              </a:xfrm>
              <a:custGeom>
                <a:rect b="b" l="l" r="r" t="t"/>
                <a:pathLst>
                  <a:path extrusionOk="0" h="2430" w="17086">
                    <a:moveTo>
                      <a:pt x="0" y="1"/>
                    </a:moveTo>
                    <a:lnTo>
                      <a:pt x="13359" y="2156"/>
                    </a:lnTo>
                    <a:lnTo>
                      <a:pt x="14990" y="2430"/>
                    </a:lnTo>
                    <a:lnTo>
                      <a:pt x="17086" y="334"/>
                    </a:lnTo>
                    <a:lnTo>
                      <a:pt x="17086" y="10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58"/>
              <p:cNvSpPr/>
              <p:nvPr/>
            </p:nvSpPr>
            <p:spPr>
              <a:xfrm>
                <a:off x="5276550" y="2545375"/>
                <a:ext cx="128600" cy="104500"/>
              </a:xfrm>
              <a:custGeom>
                <a:rect b="b" l="l" r="r" t="t"/>
                <a:pathLst>
                  <a:path extrusionOk="0" h="4180" w="5144">
                    <a:moveTo>
                      <a:pt x="4929" y="1"/>
                    </a:moveTo>
                    <a:lnTo>
                      <a:pt x="0" y="4180"/>
                    </a:lnTo>
                    <a:lnTo>
                      <a:pt x="5144" y="1656"/>
                    </a:lnTo>
                    <a:lnTo>
                      <a:pt x="492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58"/>
              <p:cNvSpPr/>
              <p:nvPr/>
            </p:nvSpPr>
            <p:spPr>
              <a:xfrm>
                <a:off x="5286650" y="2307850"/>
                <a:ext cx="113150" cy="125050"/>
              </a:xfrm>
              <a:custGeom>
                <a:rect b="b" l="l" r="r" t="t"/>
                <a:pathLst>
                  <a:path extrusionOk="0" h="5002" w="4526">
                    <a:moveTo>
                      <a:pt x="1" y="1"/>
                    </a:moveTo>
                    <a:cubicBezTo>
                      <a:pt x="418" y="703"/>
                      <a:pt x="2620" y="4966"/>
                      <a:pt x="2620" y="4966"/>
                    </a:cubicBezTo>
                    <a:lnTo>
                      <a:pt x="2620" y="5001"/>
                    </a:lnTo>
                    <a:lnTo>
                      <a:pt x="4525" y="469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5" name="Google Shape;855;p58"/>
              <p:cNvSpPr/>
              <p:nvPr/>
            </p:nvSpPr>
            <p:spPr>
              <a:xfrm>
                <a:off x="5447089" y="2487350"/>
                <a:ext cx="64325" cy="429225"/>
              </a:xfrm>
              <a:custGeom>
                <a:rect b="b" l="l" r="r" t="t"/>
                <a:pathLst>
                  <a:path extrusionOk="0" h="17169" w="2573">
                    <a:moveTo>
                      <a:pt x="346" y="0"/>
                    </a:moveTo>
                    <a:lnTo>
                      <a:pt x="1" y="17169"/>
                    </a:lnTo>
                    <a:lnTo>
                      <a:pt x="2311" y="3965"/>
                    </a:lnTo>
                    <a:lnTo>
                      <a:pt x="2573" y="2500"/>
                    </a:lnTo>
                    <a:lnTo>
                      <a:pt x="3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0450" lIns="40450" spcFirstLastPara="1" rIns="40450" wrap="square" tIns="4045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6" name="Google Shape;856;p58"/>
            <p:cNvSpPr/>
            <p:nvPr/>
          </p:nvSpPr>
          <p:spPr>
            <a:xfrm>
              <a:off x="5448875" y="2053950"/>
              <a:ext cx="3300" cy="166725"/>
            </a:xfrm>
            <a:custGeom>
              <a:rect b="b" l="l" r="r" t="t"/>
              <a:pathLst>
                <a:path extrusionOk="0" h="6669" w="132">
                  <a:moveTo>
                    <a:pt x="1" y="1"/>
                  </a:moveTo>
                  <a:lnTo>
                    <a:pt x="132" y="6668"/>
                  </a:lnTo>
                  <a:lnTo>
                    <a:pt x="132" y="77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66AAC6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7" name="Google Shape;857;p58"/>
          <p:cNvSpPr/>
          <p:nvPr/>
        </p:nvSpPr>
        <p:spPr>
          <a:xfrm>
            <a:off x="8746797" y="1003751"/>
            <a:ext cx="236130" cy="69101"/>
          </a:xfrm>
          <a:custGeom>
            <a:rect b="b" l="l" r="r" t="t"/>
            <a:pathLst>
              <a:path extrusionOk="0" h="7359" w="25147">
                <a:moveTo>
                  <a:pt x="25146" y="1"/>
                </a:moveTo>
                <a:lnTo>
                  <a:pt x="24658" y="84"/>
                </a:lnTo>
                <a:lnTo>
                  <a:pt x="24658" y="2239"/>
                </a:lnTo>
                <a:lnTo>
                  <a:pt x="22574" y="2632"/>
                </a:lnTo>
                <a:lnTo>
                  <a:pt x="22574" y="1430"/>
                </a:lnTo>
                <a:lnTo>
                  <a:pt x="22301" y="1477"/>
                </a:lnTo>
                <a:lnTo>
                  <a:pt x="22301" y="2692"/>
                </a:lnTo>
                <a:lnTo>
                  <a:pt x="20217" y="3085"/>
                </a:lnTo>
                <a:lnTo>
                  <a:pt x="20217" y="941"/>
                </a:lnTo>
                <a:lnTo>
                  <a:pt x="19717" y="1037"/>
                </a:lnTo>
                <a:lnTo>
                  <a:pt x="19717" y="3168"/>
                </a:lnTo>
                <a:lnTo>
                  <a:pt x="17633" y="3561"/>
                </a:lnTo>
                <a:lnTo>
                  <a:pt x="17633" y="2370"/>
                </a:lnTo>
                <a:lnTo>
                  <a:pt x="17371" y="2418"/>
                </a:lnTo>
                <a:lnTo>
                  <a:pt x="17371" y="3620"/>
                </a:lnTo>
                <a:lnTo>
                  <a:pt x="15288" y="4013"/>
                </a:lnTo>
                <a:lnTo>
                  <a:pt x="15288" y="1882"/>
                </a:lnTo>
                <a:lnTo>
                  <a:pt x="14788" y="1977"/>
                </a:lnTo>
                <a:lnTo>
                  <a:pt x="14788" y="4097"/>
                </a:lnTo>
                <a:lnTo>
                  <a:pt x="12704" y="4490"/>
                </a:lnTo>
                <a:lnTo>
                  <a:pt x="12704" y="3299"/>
                </a:lnTo>
                <a:lnTo>
                  <a:pt x="12442" y="3358"/>
                </a:lnTo>
                <a:lnTo>
                  <a:pt x="12442" y="4549"/>
                </a:lnTo>
                <a:lnTo>
                  <a:pt x="10347" y="4942"/>
                </a:lnTo>
                <a:lnTo>
                  <a:pt x="10347" y="2835"/>
                </a:lnTo>
                <a:lnTo>
                  <a:pt x="9859" y="2930"/>
                </a:lnTo>
                <a:lnTo>
                  <a:pt x="9859" y="5025"/>
                </a:lnTo>
                <a:lnTo>
                  <a:pt x="7775" y="5418"/>
                </a:lnTo>
                <a:lnTo>
                  <a:pt x="7775" y="4240"/>
                </a:lnTo>
                <a:lnTo>
                  <a:pt x="7501" y="4299"/>
                </a:lnTo>
                <a:lnTo>
                  <a:pt x="7501" y="5478"/>
                </a:lnTo>
                <a:lnTo>
                  <a:pt x="5418" y="5871"/>
                </a:lnTo>
                <a:lnTo>
                  <a:pt x="5418" y="3775"/>
                </a:lnTo>
                <a:lnTo>
                  <a:pt x="4929" y="3870"/>
                </a:lnTo>
                <a:lnTo>
                  <a:pt x="4929" y="5954"/>
                </a:lnTo>
                <a:lnTo>
                  <a:pt x="2846" y="6347"/>
                </a:lnTo>
                <a:lnTo>
                  <a:pt x="2846" y="5180"/>
                </a:lnTo>
                <a:lnTo>
                  <a:pt x="2572" y="5228"/>
                </a:lnTo>
                <a:lnTo>
                  <a:pt x="2572" y="6406"/>
                </a:lnTo>
                <a:lnTo>
                  <a:pt x="488" y="6799"/>
                </a:lnTo>
                <a:lnTo>
                  <a:pt x="488" y="4716"/>
                </a:lnTo>
                <a:lnTo>
                  <a:pt x="0" y="4811"/>
                </a:lnTo>
                <a:lnTo>
                  <a:pt x="0" y="6883"/>
                </a:lnTo>
                <a:lnTo>
                  <a:pt x="0" y="7359"/>
                </a:lnTo>
                <a:lnTo>
                  <a:pt x="488" y="7276"/>
                </a:lnTo>
                <a:lnTo>
                  <a:pt x="2572" y="6883"/>
                </a:lnTo>
                <a:lnTo>
                  <a:pt x="2846" y="6835"/>
                </a:lnTo>
                <a:lnTo>
                  <a:pt x="4929" y="6442"/>
                </a:lnTo>
                <a:lnTo>
                  <a:pt x="5418" y="6347"/>
                </a:lnTo>
                <a:lnTo>
                  <a:pt x="7501" y="5954"/>
                </a:lnTo>
                <a:lnTo>
                  <a:pt x="7775" y="5906"/>
                </a:lnTo>
                <a:lnTo>
                  <a:pt x="9859" y="5513"/>
                </a:lnTo>
                <a:lnTo>
                  <a:pt x="10347" y="5418"/>
                </a:lnTo>
                <a:lnTo>
                  <a:pt x="12442" y="5025"/>
                </a:lnTo>
                <a:lnTo>
                  <a:pt x="12704" y="4978"/>
                </a:lnTo>
                <a:lnTo>
                  <a:pt x="14788" y="4585"/>
                </a:lnTo>
                <a:lnTo>
                  <a:pt x="15288" y="4490"/>
                </a:lnTo>
                <a:lnTo>
                  <a:pt x="17371" y="4109"/>
                </a:lnTo>
                <a:lnTo>
                  <a:pt x="17633" y="4049"/>
                </a:lnTo>
                <a:lnTo>
                  <a:pt x="19717" y="3668"/>
                </a:lnTo>
                <a:lnTo>
                  <a:pt x="20217" y="3573"/>
                </a:lnTo>
                <a:lnTo>
                  <a:pt x="22301" y="3180"/>
                </a:lnTo>
                <a:lnTo>
                  <a:pt x="22574" y="3132"/>
                </a:lnTo>
                <a:lnTo>
                  <a:pt x="24658" y="2739"/>
                </a:lnTo>
                <a:lnTo>
                  <a:pt x="25146" y="2644"/>
                </a:lnTo>
                <a:lnTo>
                  <a:pt x="25146" y="2156"/>
                </a:lnTo>
                <a:lnTo>
                  <a:pt x="2514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0450" lIns="40450" spcFirstLastPara="1" rIns="40450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8" name="Google Shape;858;p58"/>
          <p:cNvGrpSpPr/>
          <p:nvPr/>
        </p:nvGrpSpPr>
        <p:grpSpPr>
          <a:xfrm>
            <a:off x="8606832" y="276350"/>
            <a:ext cx="169208" cy="168778"/>
            <a:chOff x="-20946600" y="3317850"/>
            <a:chExt cx="304825" cy="304050"/>
          </a:xfrm>
        </p:grpSpPr>
        <p:sp>
          <p:nvSpPr>
            <p:cNvPr id="859" name="Google Shape;859;p58"/>
            <p:cNvSpPr/>
            <p:nvPr/>
          </p:nvSpPr>
          <p:spPr>
            <a:xfrm>
              <a:off x="-20946600" y="3317850"/>
              <a:ext cx="232350" cy="248925"/>
            </a:xfrm>
            <a:custGeom>
              <a:rect b="b" l="l" r="r" t="t"/>
              <a:pathLst>
                <a:path extrusionOk="0" h="9957" w="9294">
                  <a:moveTo>
                    <a:pt x="4631" y="1"/>
                  </a:moveTo>
                  <a:cubicBezTo>
                    <a:pt x="3340" y="1"/>
                    <a:pt x="2268" y="977"/>
                    <a:pt x="2142" y="2237"/>
                  </a:cubicBezTo>
                  <a:cubicBezTo>
                    <a:pt x="1292" y="2521"/>
                    <a:pt x="693" y="3340"/>
                    <a:pt x="693" y="4254"/>
                  </a:cubicBezTo>
                  <a:cubicBezTo>
                    <a:pt x="693" y="4695"/>
                    <a:pt x="819" y="5073"/>
                    <a:pt x="1040" y="5451"/>
                  </a:cubicBezTo>
                  <a:cubicBezTo>
                    <a:pt x="378" y="5923"/>
                    <a:pt x="0" y="6648"/>
                    <a:pt x="0" y="7499"/>
                  </a:cubicBezTo>
                  <a:cubicBezTo>
                    <a:pt x="0" y="8853"/>
                    <a:pt x="1134" y="9956"/>
                    <a:pt x="2520" y="9956"/>
                  </a:cubicBezTo>
                  <a:lnTo>
                    <a:pt x="4316" y="9956"/>
                  </a:lnTo>
                  <a:lnTo>
                    <a:pt x="4316" y="8349"/>
                  </a:lnTo>
                  <a:lnTo>
                    <a:pt x="2962" y="7026"/>
                  </a:lnTo>
                  <a:cubicBezTo>
                    <a:pt x="2804" y="6869"/>
                    <a:pt x="2804" y="6648"/>
                    <a:pt x="2962" y="6491"/>
                  </a:cubicBezTo>
                  <a:cubicBezTo>
                    <a:pt x="3040" y="6412"/>
                    <a:pt x="3135" y="6372"/>
                    <a:pt x="3229" y="6372"/>
                  </a:cubicBezTo>
                  <a:cubicBezTo>
                    <a:pt x="3324" y="6372"/>
                    <a:pt x="3418" y="6412"/>
                    <a:pt x="3497" y="6491"/>
                  </a:cubicBezTo>
                  <a:lnTo>
                    <a:pt x="4316" y="7341"/>
                  </a:lnTo>
                  <a:lnTo>
                    <a:pt x="4316" y="5482"/>
                  </a:lnTo>
                  <a:lnTo>
                    <a:pt x="2962" y="4128"/>
                  </a:lnTo>
                  <a:cubicBezTo>
                    <a:pt x="2804" y="3970"/>
                    <a:pt x="2804" y="3781"/>
                    <a:pt x="2962" y="3624"/>
                  </a:cubicBezTo>
                  <a:cubicBezTo>
                    <a:pt x="3040" y="3545"/>
                    <a:pt x="3135" y="3505"/>
                    <a:pt x="3229" y="3505"/>
                  </a:cubicBezTo>
                  <a:cubicBezTo>
                    <a:pt x="3324" y="3505"/>
                    <a:pt x="3418" y="3545"/>
                    <a:pt x="3497" y="3624"/>
                  </a:cubicBezTo>
                  <a:lnTo>
                    <a:pt x="4316" y="4443"/>
                  </a:lnTo>
                  <a:lnTo>
                    <a:pt x="4316" y="2458"/>
                  </a:lnTo>
                  <a:cubicBezTo>
                    <a:pt x="4316" y="2237"/>
                    <a:pt x="4474" y="2080"/>
                    <a:pt x="4663" y="2080"/>
                  </a:cubicBezTo>
                  <a:cubicBezTo>
                    <a:pt x="4852" y="2080"/>
                    <a:pt x="5009" y="2237"/>
                    <a:pt x="5009" y="2458"/>
                  </a:cubicBezTo>
                  <a:lnTo>
                    <a:pt x="5009" y="5860"/>
                  </a:lnTo>
                  <a:lnTo>
                    <a:pt x="5860" y="5041"/>
                  </a:lnTo>
                  <a:cubicBezTo>
                    <a:pt x="5939" y="4963"/>
                    <a:pt x="6025" y="4923"/>
                    <a:pt x="6112" y="4923"/>
                  </a:cubicBezTo>
                  <a:cubicBezTo>
                    <a:pt x="6199" y="4923"/>
                    <a:pt x="6285" y="4963"/>
                    <a:pt x="6364" y="5041"/>
                  </a:cubicBezTo>
                  <a:cubicBezTo>
                    <a:pt x="6522" y="5199"/>
                    <a:pt x="6522" y="5388"/>
                    <a:pt x="6364" y="5545"/>
                  </a:cubicBezTo>
                  <a:lnTo>
                    <a:pt x="5009" y="6900"/>
                  </a:lnTo>
                  <a:lnTo>
                    <a:pt x="5009" y="9956"/>
                  </a:lnTo>
                  <a:lnTo>
                    <a:pt x="6805" y="9956"/>
                  </a:lnTo>
                  <a:cubicBezTo>
                    <a:pt x="8160" y="9956"/>
                    <a:pt x="9294" y="8853"/>
                    <a:pt x="9294" y="7499"/>
                  </a:cubicBezTo>
                  <a:cubicBezTo>
                    <a:pt x="9294" y="6648"/>
                    <a:pt x="8884" y="5923"/>
                    <a:pt x="8223" y="5451"/>
                  </a:cubicBezTo>
                  <a:cubicBezTo>
                    <a:pt x="8443" y="5073"/>
                    <a:pt x="8569" y="4695"/>
                    <a:pt x="8569" y="4254"/>
                  </a:cubicBezTo>
                  <a:cubicBezTo>
                    <a:pt x="8569" y="3340"/>
                    <a:pt x="7971" y="2521"/>
                    <a:pt x="7120" y="2237"/>
                  </a:cubicBezTo>
                  <a:cubicBezTo>
                    <a:pt x="6994" y="977"/>
                    <a:pt x="5923" y="1"/>
                    <a:pt x="46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58"/>
            <p:cNvSpPr/>
            <p:nvPr/>
          </p:nvSpPr>
          <p:spPr>
            <a:xfrm>
              <a:off x="-20775700" y="3318650"/>
              <a:ext cx="133925" cy="249700"/>
            </a:xfrm>
            <a:custGeom>
              <a:rect b="b" l="l" r="r" t="t"/>
              <a:pathLst>
                <a:path extrusionOk="0" h="9988" w="5357">
                  <a:moveTo>
                    <a:pt x="694" y="0"/>
                  </a:moveTo>
                  <a:cubicBezTo>
                    <a:pt x="473" y="0"/>
                    <a:pt x="253" y="32"/>
                    <a:pt x="1" y="126"/>
                  </a:cubicBezTo>
                  <a:cubicBezTo>
                    <a:pt x="473" y="567"/>
                    <a:pt x="820" y="1103"/>
                    <a:pt x="977" y="1764"/>
                  </a:cubicBezTo>
                  <a:cubicBezTo>
                    <a:pt x="1891" y="2300"/>
                    <a:pt x="2490" y="3245"/>
                    <a:pt x="2490" y="4285"/>
                  </a:cubicBezTo>
                  <a:cubicBezTo>
                    <a:pt x="2490" y="4663"/>
                    <a:pt x="2395" y="4978"/>
                    <a:pt x="2269" y="5293"/>
                  </a:cubicBezTo>
                  <a:cubicBezTo>
                    <a:pt x="2836" y="5860"/>
                    <a:pt x="3183" y="6648"/>
                    <a:pt x="3183" y="7498"/>
                  </a:cubicBezTo>
                  <a:cubicBezTo>
                    <a:pt x="3183" y="8506"/>
                    <a:pt x="2710" y="9389"/>
                    <a:pt x="1985" y="9987"/>
                  </a:cubicBezTo>
                  <a:lnTo>
                    <a:pt x="2836" y="9987"/>
                  </a:lnTo>
                  <a:cubicBezTo>
                    <a:pt x="4222" y="9987"/>
                    <a:pt x="5325" y="8853"/>
                    <a:pt x="5325" y="7498"/>
                  </a:cubicBezTo>
                  <a:cubicBezTo>
                    <a:pt x="5357" y="6679"/>
                    <a:pt x="4915" y="5891"/>
                    <a:pt x="4285" y="5450"/>
                  </a:cubicBezTo>
                  <a:cubicBezTo>
                    <a:pt x="4537" y="5104"/>
                    <a:pt x="4632" y="4694"/>
                    <a:pt x="4632" y="4253"/>
                  </a:cubicBezTo>
                  <a:cubicBezTo>
                    <a:pt x="4632" y="3340"/>
                    <a:pt x="4065" y="2520"/>
                    <a:pt x="3183" y="2237"/>
                  </a:cubicBezTo>
                  <a:cubicBezTo>
                    <a:pt x="3057" y="977"/>
                    <a:pt x="2017" y="0"/>
                    <a:pt x="6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8"/>
            <p:cNvSpPr/>
            <p:nvPr/>
          </p:nvSpPr>
          <p:spPr>
            <a:xfrm>
              <a:off x="-20890700" y="3586425"/>
              <a:ext cx="195375" cy="35475"/>
            </a:xfrm>
            <a:custGeom>
              <a:rect b="b" l="l" r="r" t="t"/>
              <a:pathLst>
                <a:path extrusionOk="0" h="1419" w="7815">
                  <a:moveTo>
                    <a:pt x="2112" y="1"/>
                  </a:moveTo>
                  <a:lnTo>
                    <a:pt x="2112" y="725"/>
                  </a:lnTo>
                  <a:lnTo>
                    <a:pt x="347" y="725"/>
                  </a:lnTo>
                  <a:cubicBezTo>
                    <a:pt x="158" y="725"/>
                    <a:pt x="1" y="883"/>
                    <a:pt x="1" y="1072"/>
                  </a:cubicBezTo>
                  <a:cubicBezTo>
                    <a:pt x="1" y="1261"/>
                    <a:pt x="158" y="1418"/>
                    <a:pt x="347" y="1418"/>
                  </a:cubicBezTo>
                  <a:lnTo>
                    <a:pt x="7468" y="1418"/>
                  </a:lnTo>
                  <a:cubicBezTo>
                    <a:pt x="7657" y="1418"/>
                    <a:pt x="7814" y="1261"/>
                    <a:pt x="7814" y="1072"/>
                  </a:cubicBezTo>
                  <a:cubicBezTo>
                    <a:pt x="7814" y="883"/>
                    <a:pt x="7625" y="725"/>
                    <a:pt x="7436" y="725"/>
                  </a:cubicBezTo>
                  <a:lnTo>
                    <a:pt x="5672" y="725"/>
                  </a:lnTo>
                  <a:lnTo>
                    <a:pt x="5672" y="1"/>
                  </a:lnTo>
                  <a:lnTo>
                    <a:pt x="4947" y="1"/>
                  </a:lnTo>
                  <a:lnTo>
                    <a:pt x="4947" y="725"/>
                  </a:lnTo>
                  <a:lnTo>
                    <a:pt x="2836" y="725"/>
                  </a:lnTo>
                  <a:lnTo>
                    <a:pt x="283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0450" lIns="40450" spcFirstLastPara="1" rIns="40450" wrap="square" tIns="404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2" name="Google Shape;862;p58"/>
          <p:cNvSpPr/>
          <p:nvPr/>
        </p:nvSpPr>
        <p:spPr>
          <a:xfrm>
            <a:off x="8621608" y="784971"/>
            <a:ext cx="139658" cy="138978"/>
          </a:xfrm>
          <a:custGeom>
            <a:rect b="b" l="l" r="r" t="t"/>
            <a:pathLst>
              <a:path extrusionOk="0" h="12666" w="12728">
                <a:moveTo>
                  <a:pt x="1859" y="3308"/>
                </a:moveTo>
                <a:lnTo>
                  <a:pt x="1859" y="5230"/>
                </a:lnTo>
                <a:lnTo>
                  <a:pt x="882" y="5230"/>
                </a:lnTo>
                <a:lnTo>
                  <a:pt x="882" y="3308"/>
                </a:lnTo>
                <a:close/>
                <a:moveTo>
                  <a:pt x="5765" y="2458"/>
                </a:moveTo>
                <a:cubicBezTo>
                  <a:pt x="5860" y="2458"/>
                  <a:pt x="5986" y="2584"/>
                  <a:pt x="5986" y="2710"/>
                </a:cubicBezTo>
                <a:lnTo>
                  <a:pt x="5986" y="5230"/>
                </a:lnTo>
                <a:lnTo>
                  <a:pt x="2678" y="5230"/>
                </a:lnTo>
                <a:lnTo>
                  <a:pt x="2678" y="2710"/>
                </a:lnTo>
                <a:cubicBezTo>
                  <a:pt x="2678" y="2584"/>
                  <a:pt x="2772" y="2458"/>
                  <a:pt x="2930" y="2458"/>
                </a:cubicBezTo>
                <a:close/>
                <a:moveTo>
                  <a:pt x="9893" y="2458"/>
                </a:moveTo>
                <a:cubicBezTo>
                  <a:pt x="10019" y="2458"/>
                  <a:pt x="10113" y="2584"/>
                  <a:pt x="10113" y="2710"/>
                </a:cubicBezTo>
                <a:lnTo>
                  <a:pt x="10113" y="5230"/>
                </a:lnTo>
                <a:lnTo>
                  <a:pt x="6837" y="5230"/>
                </a:lnTo>
                <a:lnTo>
                  <a:pt x="6837" y="2710"/>
                </a:lnTo>
                <a:cubicBezTo>
                  <a:pt x="6805" y="2584"/>
                  <a:pt x="6900" y="2458"/>
                  <a:pt x="7057" y="2458"/>
                </a:cubicBezTo>
                <a:close/>
                <a:moveTo>
                  <a:pt x="11940" y="3308"/>
                </a:moveTo>
                <a:lnTo>
                  <a:pt x="11940" y="5230"/>
                </a:lnTo>
                <a:lnTo>
                  <a:pt x="10964" y="5230"/>
                </a:lnTo>
                <a:lnTo>
                  <a:pt x="10964" y="3308"/>
                </a:lnTo>
                <a:close/>
                <a:moveTo>
                  <a:pt x="7215" y="6900"/>
                </a:moveTo>
                <a:cubicBezTo>
                  <a:pt x="7435" y="6900"/>
                  <a:pt x="7656" y="7089"/>
                  <a:pt x="7656" y="7278"/>
                </a:cubicBezTo>
                <a:cubicBezTo>
                  <a:pt x="7656" y="7530"/>
                  <a:pt x="7435" y="7719"/>
                  <a:pt x="7215" y="7719"/>
                </a:cubicBezTo>
                <a:lnTo>
                  <a:pt x="5545" y="7719"/>
                </a:lnTo>
                <a:cubicBezTo>
                  <a:pt x="5324" y="7719"/>
                  <a:pt x="5135" y="7530"/>
                  <a:pt x="5135" y="7278"/>
                </a:cubicBezTo>
                <a:cubicBezTo>
                  <a:pt x="5135" y="7026"/>
                  <a:pt x="5324" y="6900"/>
                  <a:pt x="5545" y="6900"/>
                </a:cubicBezTo>
                <a:close/>
                <a:moveTo>
                  <a:pt x="3088" y="6900"/>
                </a:moveTo>
                <a:cubicBezTo>
                  <a:pt x="3749" y="6900"/>
                  <a:pt x="4285" y="7436"/>
                  <a:pt x="4348" y="8097"/>
                </a:cubicBezTo>
                <a:cubicBezTo>
                  <a:pt x="4348" y="8790"/>
                  <a:pt x="3781" y="9326"/>
                  <a:pt x="3088" y="9326"/>
                </a:cubicBezTo>
                <a:cubicBezTo>
                  <a:pt x="2394" y="9326"/>
                  <a:pt x="1859" y="8790"/>
                  <a:pt x="1859" y="8097"/>
                </a:cubicBezTo>
                <a:cubicBezTo>
                  <a:pt x="1859" y="7436"/>
                  <a:pt x="2394" y="6900"/>
                  <a:pt x="3088" y="6900"/>
                </a:cubicBezTo>
                <a:close/>
                <a:moveTo>
                  <a:pt x="7215" y="8570"/>
                </a:moveTo>
                <a:cubicBezTo>
                  <a:pt x="7435" y="8570"/>
                  <a:pt x="7656" y="8790"/>
                  <a:pt x="7656" y="8979"/>
                </a:cubicBezTo>
                <a:cubicBezTo>
                  <a:pt x="7656" y="9168"/>
                  <a:pt x="7435" y="9357"/>
                  <a:pt x="7215" y="9357"/>
                </a:cubicBezTo>
                <a:lnTo>
                  <a:pt x="5545" y="9357"/>
                </a:lnTo>
                <a:cubicBezTo>
                  <a:pt x="5324" y="9357"/>
                  <a:pt x="5135" y="9168"/>
                  <a:pt x="5135" y="8979"/>
                </a:cubicBezTo>
                <a:cubicBezTo>
                  <a:pt x="5135" y="8727"/>
                  <a:pt x="5324" y="8570"/>
                  <a:pt x="5545" y="8570"/>
                </a:cubicBezTo>
                <a:close/>
                <a:moveTo>
                  <a:pt x="9790" y="6930"/>
                </a:moveTo>
                <a:cubicBezTo>
                  <a:pt x="10428" y="6930"/>
                  <a:pt x="10964" y="7456"/>
                  <a:pt x="10964" y="8160"/>
                </a:cubicBezTo>
                <a:cubicBezTo>
                  <a:pt x="10964" y="8822"/>
                  <a:pt x="10397" y="9357"/>
                  <a:pt x="9735" y="9357"/>
                </a:cubicBezTo>
                <a:cubicBezTo>
                  <a:pt x="9073" y="9357"/>
                  <a:pt x="8506" y="8822"/>
                  <a:pt x="8506" y="8160"/>
                </a:cubicBezTo>
                <a:cubicBezTo>
                  <a:pt x="8506" y="7467"/>
                  <a:pt x="9073" y="6931"/>
                  <a:pt x="9735" y="6931"/>
                </a:cubicBezTo>
                <a:cubicBezTo>
                  <a:pt x="9754" y="6931"/>
                  <a:pt x="9772" y="6930"/>
                  <a:pt x="9790" y="6930"/>
                </a:cubicBezTo>
                <a:close/>
                <a:moveTo>
                  <a:pt x="3875" y="0"/>
                </a:moveTo>
                <a:cubicBezTo>
                  <a:pt x="2709" y="0"/>
                  <a:pt x="1827" y="946"/>
                  <a:pt x="1764" y="2080"/>
                </a:cubicBezTo>
                <a:lnTo>
                  <a:pt x="1764" y="2458"/>
                </a:lnTo>
                <a:lnTo>
                  <a:pt x="410" y="2458"/>
                </a:lnTo>
                <a:cubicBezTo>
                  <a:pt x="158" y="2458"/>
                  <a:pt x="0" y="2678"/>
                  <a:pt x="0" y="2899"/>
                </a:cubicBezTo>
                <a:lnTo>
                  <a:pt x="0" y="5671"/>
                </a:lnTo>
                <a:cubicBezTo>
                  <a:pt x="32" y="5860"/>
                  <a:pt x="252" y="6049"/>
                  <a:pt x="473" y="6049"/>
                </a:cubicBezTo>
                <a:lnTo>
                  <a:pt x="1449" y="6049"/>
                </a:lnTo>
                <a:cubicBezTo>
                  <a:pt x="1197" y="6427"/>
                  <a:pt x="1040" y="6837"/>
                  <a:pt x="1040" y="7278"/>
                </a:cubicBezTo>
                <a:lnTo>
                  <a:pt x="1040" y="9767"/>
                </a:lnTo>
                <a:cubicBezTo>
                  <a:pt x="1040" y="10302"/>
                  <a:pt x="1386" y="10744"/>
                  <a:pt x="1859" y="10933"/>
                </a:cubicBezTo>
                <a:lnTo>
                  <a:pt x="1859" y="12256"/>
                </a:lnTo>
                <a:cubicBezTo>
                  <a:pt x="1859" y="12476"/>
                  <a:pt x="2048" y="12665"/>
                  <a:pt x="2300" y="12665"/>
                </a:cubicBezTo>
                <a:lnTo>
                  <a:pt x="3938" y="12665"/>
                </a:lnTo>
                <a:cubicBezTo>
                  <a:pt x="4190" y="12665"/>
                  <a:pt x="4348" y="12476"/>
                  <a:pt x="4348" y="12256"/>
                </a:cubicBezTo>
                <a:lnTo>
                  <a:pt x="4348" y="10996"/>
                </a:lnTo>
                <a:lnTo>
                  <a:pt x="8475" y="10996"/>
                </a:lnTo>
                <a:lnTo>
                  <a:pt x="8475" y="12256"/>
                </a:lnTo>
                <a:cubicBezTo>
                  <a:pt x="8475" y="12476"/>
                  <a:pt x="8664" y="12665"/>
                  <a:pt x="8884" y="12665"/>
                </a:cubicBezTo>
                <a:lnTo>
                  <a:pt x="10523" y="12665"/>
                </a:lnTo>
                <a:cubicBezTo>
                  <a:pt x="10775" y="12665"/>
                  <a:pt x="10901" y="12476"/>
                  <a:pt x="10901" y="12256"/>
                </a:cubicBezTo>
                <a:lnTo>
                  <a:pt x="10901" y="10933"/>
                </a:lnTo>
                <a:cubicBezTo>
                  <a:pt x="11373" y="10775"/>
                  <a:pt x="11751" y="10302"/>
                  <a:pt x="11751" y="9767"/>
                </a:cubicBezTo>
                <a:lnTo>
                  <a:pt x="11751" y="7278"/>
                </a:lnTo>
                <a:cubicBezTo>
                  <a:pt x="11751" y="6805"/>
                  <a:pt x="11594" y="6364"/>
                  <a:pt x="11310" y="6049"/>
                </a:cubicBezTo>
                <a:lnTo>
                  <a:pt x="12287" y="6049"/>
                </a:lnTo>
                <a:cubicBezTo>
                  <a:pt x="12539" y="6049"/>
                  <a:pt x="12728" y="5860"/>
                  <a:pt x="12728" y="5671"/>
                </a:cubicBezTo>
                <a:lnTo>
                  <a:pt x="12728" y="2899"/>
                </a:lnTo>
                <a:cubicBezTo>
                  <a:pt x="12728" y="2678"/>
                  <a:pt x="12539" y="2458"/>
                  <a:pt x="12287" y="2458"/>
                </a:cubicBezTo>
                <a:lnTo>
                  <a:pt x="10901" y="2458"/>
                </a:lnTo>
                <a:lnTo>
                  <a:pt x="10901" y="2080"/>
                </a:lnTo>
                <a:cubicBezTo>
                  <a:pt x="10901" y="946"/>
                  <a:pt x="9987" y="32"/>
                  <a:pt x="882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0450" lIns="40450" spcFirstLastPara="1" rIns="40450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58"/>
          <p:cNvSpPr/>
          <p:nvPr/>
        </p:nvSpPr>
        <p:spPr>
          <a:xfrm>
            <a:off x="8301653" y="452867"/>
            <a:ext cx="139800" cy="55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0450" lIns="40450" spcFirstLastPara="1" rIns="40450" wrap="square" tIns="4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9"/>
          <p:cNvSpPr txBox="1"/>
          <p:nvPr>
            <p:ph type="ctrTitle"/>
          </p:nvPr>
        </p:nvSpPr>
        <p:spPr>
          <a:xfrm>
            <a:off x="2287950" y="697959"/>
            <a:ext cx="4568100" cy="118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869" name="Google Shape;869;p59"/>
          <p:cNvSpPr/>
          <p:nvPr/>
        </p:nvSpPr>
        <p:spPr>
          <a:xfrm>
            <a:off x="2288000" y="2422575"/>
            <a:ext cx="5476800" cy="2304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pic>
        <p:nvPicPr>
          <p:cNvPr id="870" name="Google Shape;87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368" y="2465800"/>
            <a:ext cx="7219267" cy="2304299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59"/>
          <p:cNvSpPr txBox="1"/>
          <p:nvPr/>
        </p:nvSpPr>
        <p:spPr>
          <a:xfrm>
            <a:off x="3753450" y="2004400"/>
            <a:ext cx="16371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References</a:t>
            </a:r>
            <a:endParaRPr b="1" sz="18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ad a Road Map Week XL by Slidesgo">
  <a:themeElements>
    <a:clrScheme name="Simple Light">
      <a:dk1>
        <a:srgbClr val="302320"/>
      </a:dk1>
      <a:lt1>
        <a:srgbClr val="FFFFFF"/>
      </a:lt1>
      <a:dk2>
        <a:srgbClr val="50443F"/>
      </a:dk2>
      <a:lt2>
        <a:srgbClr val="FCF9F7"/>
      </a:lt2>
      <a:accent1>
        <a:srgbClr val="EBE5D8"/>
      </a:accent1>
      <a:accent2>
        <a:srgbClr val="C9C0AD"/>
      </a:accent2>
      <a:accent3>
        <a:srgbClr val="FFBA4C"/>
      </a:accent3>
      <a:accent4>
        <a:srgbClr val="F07E53"/>
      </a:accent4>
      <a:accent5>
        <a:srgbClr val="63B389"/>
      </a:accent5>
      <a:accent6>
        <a:srgbClr val="878E91"/>
      </a:accent6>
      <a:hlink>
        <a:srgbClr val="63B3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